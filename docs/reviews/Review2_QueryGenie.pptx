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5" r:id="rId3"/>
    <p:sldId id="270" r:id="rId4"/>
    <p:sldId id="266" r:id="rId5"/>
    <p:sldId id="267" r:id="rId7"/>
    <p:sldId id="268" r:id="rId8"/>
    <p:sldId id="272" r:id="rId9"/>
    <p:sldId id="271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7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94747"/>
  </p:normalViewPr>
  <p:slideViewPr>
    <p:cSldViewPr snapToGrid="0">
      <p:cViewPr varScale="1">
        <p:scale>
          <a:sx n="123" d="100"/>
          <a:sy n="123" d="100"/>
        </p:scale>
        <p:origin x="2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80D2-3210-912A-EAB9-9FB8B9C99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9709-DACA-6248-E100-B0ECBF06C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E0CAD-274A-8EB8-41BB-0A2DAD955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1D9FF-5437-8580-7E8D-5E093A485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477B7-A933-51E1-7ED8-C5FD3C166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31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D5C5-34BB-D05C-5BF1-D3EBB9BA0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E47A8-E79B-B989-D2F4-E5FA5C71C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7EEB9-1376-EE8F-F3DC-3FCFE186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3384B-BA06-0930-C01C-B2F6086C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8B126-C958-C555-6CFA-73CE22E1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92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D28E-80CC-F7AA-32D7-B6BC8EA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718AA-1385-5C98-0620-D46E4EB3D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891A3-72AB-D73B-8135-C924572A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52309-F54E-EADA-1B95-D5D29CFC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47D4D-C2F1-14A0-DB09-545C9E46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5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CD33-3C2D-BA95-6FC7-E8F2C2702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36976-4EEE-6FF8-C74E-E83ED7951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6B0CA-C266-3574-3AEF-337918AD2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CF2A0-02E1-51C5-5759-BC8B15CB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9E6B7-6CE7-B841-9BFE-410A0CB7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247AA-0BC7-711F-DA03-1EECB85D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2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D93B1-E183-30AC-47C3-21AC8F75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4F9DE-EF14-7665-901E-4880A8D06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C9DB0-FEE4-35F7-9E4F-44CEA1464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666758-71E4-5F6B-675E-D1ECA0F96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82D50A-0E2E-96E7-05EC-52A743BA3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97762-018C-12BC-04DB-6E7E88C0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C95DE-965E-895A-DBB2-B12F5DA02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B6364D-694A-6CA7-B515-4407450E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85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3264-EBD3-3D1C-0FC0-833B97AA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267DA-78FA-229A-BDF6-3EB519EA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6282F-E5CA-8CF4-6042-8E073B76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B1BE6-C620-0CBA-57BA-190BC439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C1A99-8DAE-9613-1174-ACFD5574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C0C3C-FAD8-81F9-1824-6EBFF435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7FDA3-15A7-8D68-D9AA-BAB73E681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7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77DF-3358-881E-2F48-C5FE9EBD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003E0-17B9-1DB5-6348-2E2985E2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52784-4692-7036-E89B-B1F462776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BC907-6808-EB7A-21CC-5927FF50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C2BC6-C248-AC24-F465-FB9E556E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9868C-55F4-3EF2-38B6-D9E379DD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57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6681-A4F3-464B-9B36-3D2554B2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E22278-9479-94E9-D59F-D556B16BF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C56DC-F45F-AEE8-F25F-92AA686F9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19543-A28E-71D0-F201-4C6DA3D3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414BC-640B-3629-FBBB-1DE6F5F9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6521F-240F-37D7-DA3B-7BCFAEC4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2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F38-9505-8578-AA43-638C99C1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15CF6-DA69-9F0C-3071-AF5DEEFD6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0D348-45B5-F666-DEA7-93D3F7C2C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2C03D-B434-7AD0-8324-A8722985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9DC2E-99F3-5512-42AA-38731A554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90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D72120-70B8-1E4B-D211-AE4F23EDE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FE469-F259-EBEE-F382-0506895E0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1F4DD-7ABA-78CD-F2CA-14BE94C9C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CB28F-35DC-5294-9DA9-786B75ECE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13FEE-C90B-CDF5-9562-CC93F8FD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516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000"/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encilGrayscale pencilSize="26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08B6F-8CC1-E0E9-AA2E-1B0074273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CFCE2-44B5-14D0-6A3B-CBCF7F8F5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6BEAC-4286-09DA-3AD0-5D588AA60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CF0DC-7878-B607-45D5-6F8D06D70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BBAB7-AC82-3663-8F80-B1959BD23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0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7987-A089-04F2-3763-62E5D827BC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QueryGenie: A Self-Correcting Natural Language to SQL Interface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BF962-D7B8-3044-BC3C-112E78CC1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364818"/>
          </a:xfrm>
        </p:spPr>
        <p:txBody>
          <a:bodyPr/>
          <a:lstStyle/>
          <a:p>
            <a:pPr algn="r"/>
            <a:r>
              <a:rPr lang="en-US" dirty="0"/>
              <a:t>2320090050 : N V V S S Jayakanth Kamisetti</a:t>
            </a:r>
          </a:p>
          <a:p>
            <a:pPr algn="r"/>
            <a:r>
              <a:rPr lang="en-US" dirty="0"/>
              <a:t>2320090009 : Bodupally Narendar</a:t>
            </a:r>
          </a:p>
          <a:p>
            <a:pPr algn="r"/>
            <a:r>
              <a:rPr lang="en-US" dirty="0"/>
              <a:t>Project Review II   ·   29 August 2026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B207E50-8B7C-54B1-3E27-4620CCBA6CF4}"/>
              </a:ext>
            </a:extLst>
          </p:cNvPr>
          <p:cNvSpPr txBox="1">
            <a:spLocks/>
          </p:cNvSpPr>
          <p:nvPr/>
        </p:nvSpPr>
        <p:spPr>
          <a:xfrm>
            <a:off x="1524000" y="5320145"/>
            <a:ext cx="3546764" cy="817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Supervisor : M Parameswar</a:t>
            </a:r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357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0424-00EE-4DF7-F2C6-50391674B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BC2F5-B651-06DA-36E3-17F7CACB0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  <a:p>
            <a:r>
              <a:rPr lang="en-US" b="1" dirty="0"/>
              <a:t>Anchor paper &amp; related work</a:t>
            </a:r>
          </a:p>
          <a:p>
            <a:r>
              <a:rPr lang="en-US" b="1" dirty="0"/>
              <a:t>Dataset — Spider</a:t>
            </a:r>
          </a:p>
          <a:p>
            <a:r>
              <a:rPr lang="en-US" b="1" dirty="0"/>
              <a:t>System architecture (CodeS pipeline)</a:t>
            </a:r>
          </a:p>
          <a:p>
            <a:r>
              <a:rPr lang="en-US" b="1" dirty="0"/>
              <a:t>Environment, GitHub &amp; reproduction results</a:t>
            </a:r>
          </a:p>
          <a:p>
            <a:r>
              <a:rPr lang="en-US" b="1" dirty="0"/>
              <a:t>Contributions &amp; enhancements (next-review work)</a:t>
            </a:r>
          </a:p>
          <a:p>
            <a:r>
              <a:rPr lang="en-US" b="1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249109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47EC-F709-BA87-FB72-313CFD69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ACFE-A3CB-D225-E1F3-DC82C307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Problem </a:t>
            </a:r>
            <a:r>
              <a:rPr lang="en-US" dirty="0"/>
              <a:t>S</a:t>
            </a:r>
            <a:r>
              <a:rPr lang="en-US" b="1" dirty="0">
                <a:solidFill>
                  <a:srgbClr val="002060"/>
                </a:solidFill>
              </a:rPr>
              <a:t>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20EC-224E-A5B3-968C-E3C7BFDFE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Natural-language-to-SQL lets non-technical users query a database in plain English (e.g. “which students failed more than two subjects?” → SQL → results). State-of-the-art systems rely on closed-source LLMs (GPT-4), which bring unclear architectures, data-privacy risk (the schema is sent to a third party) and high inference cost. QueryGenie reproduces CodeS — a fully open-source model that runs locally — and adds trustworthiness: execution-guided self-correction and confidence-aware abstention.</a:t>
            </a:r>
          </a:p>
        </p:txBody>
      </p:sp>
    </p:spTree>
    <p:extLst>
      <p:ext uri="{BB962C8B-B14F-4D97-AF65-F5344CB8AC3E}">
        <p14:creationId xmlns:p14="http://schemas.microsoft.com/office/powerpoint/2010/main" val="288807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B8A5-CBB4-AB86-EE45-892BA9278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Related Research Papers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87D798-5446-8714-262B-462E922AA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050429"/>
              </p:ext>
            </p:extLst>
          </p:nvPr>
        </p:nvGraphicFramePr>
        <p:xfrm>
          <a:off x="614275" y="2501900"/>
          <a:ext cx="1119334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CodeS (SIGMOD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Open-source text-to-SQL vs closed GPT-4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Spider,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StarCoder + incremental pre-training + schema filter + 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New SOTA; CodeS-1B = 77.9% EX on Spider dev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RESDSQL (AAAI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Schema linking &amp; skeleton parsing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Ranking-enhanced encoder + NatSQL decoding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 Spider EX; our backup anchor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DIN-SQL (NeurIPS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Hard text-to-SQL via decomposition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Spider,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Decomposed in-context learning + self-correction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SOTA with GPT-4; source of our self-correction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LIDA (ACL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Automatic visualization from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grammar-agnostic visualization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 chart selection in the QueryGenie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DFD4E5-BFA1-8D55-9C9A-9EE1A2351655}"/>
              </a:ext>
            </a:extLst>
          </p:cNvPr>
          <p:cNvSpPr txBox="1"/>
          <p:nvPr/>
        </p:nvSpPr>
        <p:spPr>
          <a:xfrm>
            <a:off x="758537" y="1726962"/>
            <a:ext cx="9404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Papers most relevant to QueryGenie: the anchor (reproduced), a backup anchor, the enhancement source, and the visualization layer.</a:t>
            </a:r>
          </a:p>
        </p:txBody>
      </p:sp>
    </p:spTree>
    <p:extLst>
      <p:ext uri="{BB962C8B-B14F-4D97-AF65-F5344CB8AC3E}">
        <p14:creationId xmlns:p14="http://schemas.microsoft.com/office/powerpoint/2010/main" val="395790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DDE0-8A2C-ED6B-154D-D21691F72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Dataset(s)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DDA3-3837-1013-1D85-7CA3CDCC8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Spider (Yu et al., EMNLP 2018) — a large-scale, cross-domain text-to-SQL benchmark. Train 7,000 / development 1,034 examples across 166 databases; train and dev use disjoint databases, so the model must generalise to unseen schemas. Metrics: Execution Accuracy (EX) and Test-suite accuracy (TS).</a:t>
            </a:r>
          </a:p>
          <a:p>
            <a:r>
              <a:rPr lang="en-US" dirty="0"/>
              <a:t>Source: Hugging Face Datasets (xlangai/spider) — an approved source; Kaggle is not used. Provenance is recorded in results/dataset_provenance.json.</a:t>
            </a:r>
          </a:p>
        </p:txBody>
      </p:sp>
    </p:spTree>
    <p:extLst>
      <p:ext uri="{BB962C8B-B14F-4D97-AF65-F5344CB8AC3E}">
        <p14:creationId xmlns:p14="http://schemas.microsoft.com/office/powerpoint/2010/main" val="3765852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3DF0-FB58-63D4-45FC-2D647681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Architecture Diagram / Workflow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99294-2DD4-54FB-DEAC-067E7BB88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pic>
        <p:nvPicPr>
          <p:cNvPr id="4" name="Picture 3" descr="codes_architectu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0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1173-DB9D-2A55-1AC2-0B9A8596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Environment setup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775B2-4CCF-E3CC-67EB-BAFDAAE3A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Two-tier reproduction. Tier 1 (liveness) — CLEARED: the released codes-1b loaded on a Colab T4, generated valid SQL and executed it on SQLite (run T1-001). Tier 2 (faithful): Spider-dev Execution-Accuracy evaluation with the released CodeS-1B checkpoint (inference-only — no CUDA training libraries needed). Preliminary EX: 73.3% (30 dev examples, 100% executed); the full 1034-example run is completing — paper target 77.9%, within the ±10% tolerance. A working local prototype (Gradio) turns a question into SQL, executes it, self-corrects on failure, and shows a results table + auto chart, running fully on-device (MLX / GGUF). GitHub: github.com/jayakanthh/QueryGenie (supervisor added as collaborator).</a:t>
            </a:r>
          </a:p>
        </p:txBody>
      </p:sp>
    </p:spTree>
    <p:extLst>
      <p:ext uri="{BB962C8B-B14F-4D97-AF65-F5344CB8AC3E}">
        <p14:creationId xmlns:p14="http://schemas.microsoft.com/office/powerpoint/2010/main" val="3472489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656B-0821-0969-8445-5D6D4A10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Expected Outcome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7D505-03EF-17A6-20CD-8D127B1AE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Planned enhancements (each measured vs the reproduced baseline; significance via t-test / Wilcoxon): (1) Execution-guided self-correction — repair SQL that fails to execute (prototype built). (2) Confidence-aware abstention (novel) — generate multiple candidates and abstain with a clarifying question when they disagree; report an accuracy-vs-coverage curve. (3) Benchmark-to-reality gap — evaluate on a custom academic schema alongside Spider and narrow the drop real databases show. Next-review work: complete the full Spider-dev run and log three runs; Week-7 schema-filter ablation; Reproducibility Report v2 with measured numbers.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51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C1D4-A931-668D-A188-5C11E68A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35C1D-7495-EB2D-9FA3-079F41663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Li, H., et al. (2024). CodeS: Towards Building Open-source Language Models for Text-to-SQL. SIGMOD. arXiv:2402.16347</a:t>
            </a:r>
          </a:p>
          <a:p>
            <a:r>
              <a:rPr lang="en-US" dirty="0"/>
              <a:t>Li, H., et al. (2023). RESDSQL: Decoupling Schema Linking and Skeleton Parsing for Text-to-SQL. AAAI. arXiv:2302.05965</a:t>
            </a:r>
          </a:p>
          <a:p>
            <a:r>
              <a:rPr lang="en-US" dirty="0"/>
              <a:t>Pourreza, M., &amp; Rafiei, D. (2023). DIN-SQL: Decomposed In-Context Learning of Text-to-SQL with Self-Correction. NeurIPS. arXiv:2304.11015</a:t>
            </a:r>
          </a:p>
          <a:p>
            <a:r>
              <a:rPr lang="en-US" dirty="0"/>
              <a:t>Dibia, V. (2023). LIDA: Automatic Generation of Grammar-Agnostic Visualizations and Infographics using LLMs. ACL. arXiv:2303.02927</a:t>
            </a:r>
          </a:p>
          <a:p>
            <a:r>
              <a:rPr lang="en-US" dirty="0"/>
              <a:t>Yu, T., et al. (2018). Spider: A Large-Scale Human-Labeled Dataset for Complex and Cross-Domain Semantic Parsing and Text-to-SQL. EMNLP. arXiv:1809.08887</a:t>
            </a:r>
          </a:p>
          <a:p>
            <a:r>
              <a:rPr lang="en-US" dirty="0"/>
              <a:t>Li, R., et al. (2023). StarCoder: may the source be with you! arXiv:2305.06161</a:t>
            </a:r>
          </a:p>
        </p:txBody>
      </p:sp>
    </p:spTree>
    <p:extLst>
      <p:ext uri="{BB962C8B-B14F-4D97-AF65-F5344CB8AC3E}">
        <p14:creationId xmlns:p14="http://schemas.microsoft.com/office/powerpoint/2010/main" val="2237049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03201-DBE6-7383-5D47-94178423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84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423</TotalTime>
  <Words>151</Words>
  <Application>Microsoft Macintosh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Project Title</vt:lpstr>
      <vt:lpstr>Outline</vt:lpstr>
      <vt:lpstr>Problem Statement</vt:lpstr>
      <vt:lpstr>Related Research Papers</vt:lpstr>
      <vt:lpstr>Related Research Papers</vt:lpstr>
      <vt:lpstr>Dataset(s)</vt:lpstr>
      <vt:lpstr>Architecture Diagram / Workflow</vt:lpstr>
      <vt:lpstr>Environment setup</vt:lpstr>
      <vt:lpstr>Expected Outcome</vt:lpstr>
      <vt:lpstr>References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Jagan Mohan Reddy D</dc:creator>
  <cp:lastModifiedBy>Dr. Jagan Mohan Reddy D</cp:lastModifiedBy>
  <cp:revision>50</cp:revision>
  <dcterms:created xsi:type="dcterms:W3CDTF">2026-04-11T11:52:12Z</dcterms:created>
  <dcterms:modified xsi:type="dcterms:W3CDTF">2026-08-03T06:15:05Z</dcterms:modified>
</cp:coreProperties>
</file>