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65" r:id="rId3"/>
    <p:sldId id="270" r:id="rId4"/>
    <p:sldId id="268" r:id="rId8"/>
    <p:sldId id="267" r:id="rId7"/>
    <p:sldId id="266" r:id="rId5"/>
    <p:sldId id="272" r:id="rId9"/>
    <p:sldId id="271" r:id="rId10"/>
    <p:sldId id="273" r:id="rId11"/>
    <p:sldId id="27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747"/>
  </p:normalViewPr>
  <p:slideViewPr>
    <p:cSldViewPr snapToGrid="0">
      <p:cViewPr varScale="1">
        <p:scale>
          <a:sx n="123" d="100"/>
          <a:sy n="123" d="100"/>
        </p:scale>
        <p:origin x="22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PencilGrayscale pencilSize="26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364818"/>
          </a:xfrm>
        </p:spPr>
        <p:txBody>
          <a:bodyPr/>
          <a:lstStyle/>
          <a:p>
            <a:pPr algn="r"/>
            <a:r>
              <a:rPr lang="en-US" dirty="0"/>
              <a:t>2320090050 : N V V S S Jayakanth Kamisetti</a:t>
            </a:r>
          </a:p>
          <a:p>
            <a:pPr algn="r"/>
            <a:r>
              <a:rPr lang="en-US" dirty="0"/>
              <a:t>2320090009 : Bodupally Narendar</a:t>
            </a:r>
          </a:p>
          <a:p>
            <a:pPr algn="r"/>
            <a:r>
              <a:rPr lang="en-US" dirty="0"/>
              <a:t>Project Review II   ·   29 August 2026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1524000" y="5320145"/>
            <a:ext cx="3546764" cy="81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Project Supervisor : M Parameswar</a:t>
            </a:r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Research paper implementation</a:t>
            </a:r>
          </a:p>
          <a:p>
            <a:r>
              <a:rPr lang="en-US" b="1" dirty="0"/>
              <a:t>Architecture diagram</a:t>
            </a:r>
          </a:p>
          <a:p>
            <a:r>
              <a:rPr lang="en-US" b="1" dirty="0"/>
              <a:t>GitHub code availability</a:t>
            </a:r>
          </a:p>
          <a:p>
            <a:r>
              <a:rPr lang="en-US" b="1" dirty="0"/>
              <a:t>Code execution &amp; reproduction results</a:t>
            </a:r>
          </a:p>
          <a:p>
            <a:r>
              <a:rPr lang="en-US" b="1" dirty="0"/>
              <a:t>Contributions</a:t>
            </a:r>
          </a:p>
          <a:p>
            <a:r>
              <a:rPr lang="en-US" b="1" dirty="0"/>
              <a:t>Reproducibility documentation (10 pages)</a:t>
            </a:r>
          </a:p>
          <a:p>
            <a:r>
              <a:rPr lang="en-US" b="1" dirty="0"/>
              <a:t>Enhancements / improvements &amp; next-review work</a:t>
            </a:r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Research Paper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Anchor paper — CodeS (SIGMOD 2024, arXiv:2402.16347): a fully open-source text-to-SQL model (StarCoder base, incremental pre-training, schema filter + value retriever, supervised fine-tuning). We implement its inference pipeline end-to-end and reproduce it on the Spider benchmark.</a:t>
            </a:r>
          </a:p>
          <a:p>
            <a:r>
              <a:rPr lang="en-US" b="1" dirty="0"/>
              <a:t>Two-tier reproduction:  Tier 1 (liveness) — the released codes-1b loads, generates SQL from a schema + question, and executes it (Week-4 red-flag gate: CLEARED).  Tier 2 (faithful) — Spider-dev Execution-Accuracy evaluation with the released CodeS-1B checkpoint.</a:t>
            </a:r>
          </a:p>
          <a:p>
            <a:r>
              <a:rPr lang="en-US" b="1" dirty="0"/>
              <a:t>Working prototype:  a local app (Gradio) runs the full pipeline on-device — natural-language question → CodeS → SQL → execute → self-correct on failure → results table + auto-selected chart. Nothing leaves the machine.</a:t>
            </a:r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Architecture Diagram (CodeS pipeline)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99294-2DD4-54FB-DEAC-067E7BB88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pic>
        <p:nvPicPr>
          <p:cNvPr id="4" name="Picture 3" descr="codes_architectur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96" y="1825625"/>
            <a:ext cx="65270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GitHub Code Availability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Repository: github.com/jayakanthh/QueryGenie  (private; project supervisor and both team members added as collaborators — both commit under their own accounts).</a:t>
            </a:r>
          </a:p>
          <a:p>
            <a:r>
              <a:rPr lang="en-US" dirty="0"/>
              <a:t>Structure:  src/ — prototype (app.py, model.py, engine.py, database.py, charts.py);  scripts/ — download_spider.py, convert_mlx.py;  notebooks/ — Week-4 gate;  results/ — reproduction_log.csv + evidence;  docs/ — reproducibility report, architecture, weekly reports.</a:t>
            </a:r>
          </a:p>
          <a:p>
            <a:r>
              <a:rPr lang="en-US" dirty="0"/>
              <a:t>Run locally:  pip install -r requirements.txt  →  python src/app.py.  The dataset and model weights are fetched from approved sources (Hugging Face); large artefacts are git-ignored and regenerable.</a:t>
            </a:r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Code Execution &amp; Reproduction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50429"/>
              </p:ext>
            </p:extLst>
          </p:nvPr>
        </p:nvGraphicFramePr>
        <p:xfrm>
          <a:off x="614275" y="2501900"/>
          <a:ext cx="1119334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Tier-1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Colab 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 executes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row 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Cleared (T1-001)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codes-3b-spider · Apple 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Example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SQL + auto chart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Tier-2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codes-1b-spider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64.8% (full 1034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Outside ±10%; documented cause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Paper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Spider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 (Table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Gap −13.1 pts (prompt fidelity)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758537" y="1726962"/>
            <a:ext cx="9404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 Spider-dev EX = 64.8% (670/1034; 92.9% executed) vs the paper's 77.9%. The gap is a documented deviation: our prompt is schema+FK only, not the authors' full database prompt (schema filter + BM25 value retriever + metadata) that the SFT model expects. Adopting the full prompt is the planned improvement.</a:t>
            </a:r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Aptos" panose="020B0004020202020204" pitchFamily="34" charset="0"/>
              </a:rPr>
              <a:t>Contributions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775B2-4CCF-E3CC-67EB-BAFDAAE3A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1) Execution-guided self-correction — detect SQL that fails to execute and repair it automatically (prototype already built; formalised and measured in Month 3).</a:t>
            </a:r>
          </a:p>
          <a:p>
            <a:r>
              <a:rPr lang="en-US" dirty="0"/>
              <a:t>2) Confidence-aware abstention (novel) — generate multiple candidates, measure their agreement, and abstain with a clarifying question when confidence is low; reported as an accuracy-vs-coverage curve. Existing systems answer with uniform confidence and never report this.</a:t>
            </a:r>
          </a:p>
          <a:p>
            <a:r>
              <a:rPr lang="en-US" dirty="0"/>
              <a:t>3) Benchmark-to-reality gap — evaluate on a custom academic schema alongside Spider to quantify and narrow the drop published models show on real databases.</a:t>
            </a:r>
          </a:p>
          <a:p>
            <a:r>
              <a:rPr lang="en-US" dirty="0"/>
              <a:t>Each enhancement is measured against the reproduced baseline with statistical significance (paired t-test / Wilcoxon).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Enhancements, Improvements &amp; Next-Review Work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Reproducibility documentation: a 10-page Code Reproducibility Report accompanies this review (scope, environment, executed runs, documented deviations, metrics, artefact index).</a:t>
            </a:r>
          </a:p>
          <a:p>
            <a:r>
              <a:rPr lang="en-US" b="1" dirty="0"/>
              <a:t>Improvement to close the reproduction gap: adopt the full CodeS database prompt (schema filter + BM25 value retriever + metadata) to move EX from 64.8% toward the reported 77.9%.</a:t>
            </a:r>
          </a:p>
          <a:p>
            <a:r>
              <a:rPr lang="en-US" b="1" dirty="0"/>
              <a:t>Next-review work: complete the full 1034-example Spider-dev run and log three runs; finalise EX vs the 77.9% target; Week-7 schema-filter ablation; begin the enhancement implementation (self-correction → confidence-aware abstention).</a:t>
            </a:r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Li, H., et al. (2024). CodeS: Towards Building Open-source Language Models for Text-to-SQL. SIGMOD. arXiv:2402.16347</a:t>
            </a:r>
          </a:p>
          <a:p>
            <a:r>
              <a:rPr lang="en-US" dirty="0"/>
              <a:t>Li, H., et al. (2023). RESDSQL: Decoupling Schema Linking and Skeleton Parsing for Text-to-SQL. AAAI. arXiv:2302.05965</a:t>
            </a:r>
          </a:p>
          <a:p>
            <a:r>
              <a:rPr lang="en-US" dirty="0"/>
              <a:t>Pourreza, M., &amp; Rafiei, D. (2023). DIN-SQL: Decomposed In-Context Learning of Text-to-SQL with Self-Correction. NeurIPS. arXiv:2304.11015</a:t>
            </a:r>
          </a:p>
          <a:p>
            <a:r>
              <a:rPr lang="en-US" dirty="0"/>
              <a:t>Dibia, V. (2023). LIDA: Automatic Generation of Grammar-Agnostic Visualizations using LLMs. ACL. arXiv:2303.02927</a:t>
            </a:r>
          </a:p>
          <a:p>
            <a:r>
              <a:rPr lang="en-US" dirty="0"/>
              <a:t>Yu, T., et al. (2018). Spider: A Large-Scale Dataset for Complex and Cross-Domain Text-to-SQL. EMNLP. arXiv:1809.08887</a:t>
            </a:r>
          </a:p>
          <a:p>
            <a:r>
              <a:rPr lang="en-US" dirty="0"/>
              <a:t>Li, R., et al. (2023). StarCoder: may the source be with you! arXiv:2305.06161</a:t>
            </a:r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423</TotalTime>
  <Words>151</Words>
  <Application>Microsoft Macintosh PowerPoint</Application>
  <PresentationFormat>Widescreen</PresentationFormat>
  <Paragraphs>40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Project Title</vt:lpstr>
      <vt:lpstr>Outline</vt:lpstr>
      <vt:lpstr>Problem Statement</vt:lpstr>
      <vt:lpstr>Related Research Papers</vt:lpstr>
      <vt:lpstr>Related Research Papers</vt:lpstr>
      <vt:lpstr>Dataset(s)</vt:lpstr>
      <vt:lpstr>Architecture Diagram / Workflow</vt:lpstr>
      <vt:lpstr>Environment setup</vt:lpstr>
      <vt:lpstr>Expected Outcome</vt:lpstr>
      <vt:lpstr>References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50</cp:revision>
  <dcterms:created xsi:type="dcterms:W3CDTF">2026-04-11T11:52:12Z</dcterms:created>
  <dcterms:modified xsi:type="dcterms:W3CDTF">2026-08-03T06:15:05Z</dcterms:modified>
</cp:coreProperties>
</file>