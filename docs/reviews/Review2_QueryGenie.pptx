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5"/>
    <p:sldId id="267" r:id="rId6"/>
    <p:sldId id="266" r:id="rId7"/>
    <p:sldId id="272" r:id="rId8"/>
    <p:sldId id="271" r:id="rId9"/>
    <p:sldId id="273" r:id="rId10"/>
    <p:sldId id="27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7"/>
    <p:restoredTop sz="94705"/>
  </p:normalViewPr>
  <p:slideViewPr>
    <p:cSldViewPr snapToGrid="0">
      <p:cViewPr>
        <p:scale>
          <a:sx n="107" d="100"/>
          <a:sy n="107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Bodupally Narendar</a:t>
            </a:r>
          </a:p>
          <a:p>
            <a:pPr algn="r"/>
            <a:r>
              <a:rPr lang="en-US" dirty="0"/>
              <a:t>Project Review II   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073" y="1526464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lnSpcReduction="10000"/>
          </a:bodyPr>
          <a:lstStyle/>
          <a:p>
            <a:r>
              <a:rPr lang="en-US" dirty="0"/>
              <a:t>Repository: github.com/jayakanthh/</a:t>
            </a:r>
            <a:r>
              <a:rPr lang="en-US" dirty="0" err="1"/>
              <a:t>QueryGenie</a:t>
            </a:r>
            <a:r>
              <a:rPr lang="en-US" dirty="0"/>
              <a:t>  (project supervisor and both team members added as collaborators 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artifacts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4317"/>
              </p:ext>
            </p:extLst>
          </p:nvPr>
        </p:nvGraphicFramePr>
        <p:xfrm>
          <a:off x="614275" y="3107541"/>
          <a:ext cx="11193345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 (full 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71.7% (faithful, full 1034)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Within ±10% tolerance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Reproduced (−6.2 pts, ~8%)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1065538" y="1357631"/>
            <a:ext cx="95371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Spider-dev EX = 71.7% with the faithful </a:t>
            </a:r>
            <a:r>
              <a:rPr lang="en-US" dirty="0" err="1"/>
              <a:t>CodeS</a:t>
            </a:r>
            <a:r>
              <a:rPr lang="en-US" dirty="0"/>
              <a:t> prompt (schema + representative values + question-matched values) — within the ±10% tolerance of the paper's 77.9%. This recovered +6.9 points over the schema-only prompt (64.8%), confirming the value retriever was the gap. Residual ~8% is our distinct-scan value match vs their Lucene pipeline and EX-by-result-set vs the official test-suite.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fontScale="92500"/>
          </a:bodyPr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Result of that improvement: adopting the full CodeS prompt (schema filter + value retriever + metadata) raised EX from 64.8% to 71.7% — within ±10% of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85000" lnSpcReduction="10000"/>
          </a:bodyPr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</TotalTime>
  <Words>857</Words>
  <Application>Microsoft Macintosh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QueryGenie: A Self-Correcting Natural Language to SQL Interface</vt:lpstr>
      <vt:lpstr>Outline</vt:lpstr>
      <vt:lpstr>Research Paper Implementation</vt:lpstr>
      <vt:lpstr>Architecture Diagram (CodeS pipeline)</vt:lpstr>
      <vt:lpstr>GitHub Code Availability</vt:lpstr>
      <vt:lpstr>Code Execution &amp; Reproduction Results</vt:lpstr>
      <vt:lpstr>Contributions</vt:lpstr>
      <vt:lpstr>Enhancements, Improvements &amp; Next-Review Work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N V V S S JAYAKANTH KAMISETTI .</cp:lastModifiedBy>
  <cp:revision>53</cp:revision>
  <dcterms:created xsi:type="dcterms:W3CDTF">2026-04-11T11:52:12Z</dcterms:created>
  <dcterms:modified xsi:type="dcterms:W3CDTF">2026-09-08T17:05:04Z</dcterms:modified>
</cp:coreProperties>
</file>