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07040" y="-1005840"/>
            <a:ext cx="2926080" cy="2926080"/>
          </a:xfrm>
          <a:prstGeom prst="ellipse">
            <a:avLst/>
          </a:prstGeom>
          <a:solidFill>
            <a:srgbClr val="2E5496"/>
          </a:solidFill>
          <a:ln/>
        </p:spPr>
      </p:sp>
      <p:sp>
        <p:nvSpPr>
          <p:cNvPr id="3" name="Shape 1"/>
          <p:cNvSpPr/>
          <p:nvPr/>
        </p:nvSpPr>
        <p:spPr>
          <a:xfrm>
            <a:off x="11338560" y="5120640"/>
            <a:ext cx="2377440" cy="237744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QueryGenie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514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Self-Correcting Natural Language to SQL Interface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00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Review II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93192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21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2320090050 — N V V S S Jayakanth Kamisetti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2320090009 — Bodupally Narendar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Supervisor: M Parameswar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Dept. of Computer Science &amp; IT, KL University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126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FC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 paper: CodeS (SIGMOD 2024) · arXiv:2402.16347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Outline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371600"/>
            <a:ext cx="1051560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8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 paper &amp; related work</a:t>
            </a:r>
            <a:endParaRPr lang="en-US" sz="18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— Spider</a:t>
            </a:r>
            <a:endParaRPr lang="en-US" sz="18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 (CodeS pipeline)</a:t>
            </a:r>
            <a:endParaRPr lang="en-US" sz="18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setup &amp; GitHub</a:t>
            </a:r>
            <a:endParaRPr lang="en-US" sz="18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execution &amp; reproduction results</a:t>
            </a:r>
            <a:endParaRPr lang="en-US" sz="18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Contributions &amp; enhancements</a:t>
            </a:r>
            <a:endParaRPr lang="en-US" sz="18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Next-review work</a:t>
            </a:r>
            <a:endParaRPr lang="en-US" sz="18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8404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64240" cy="1828800"/>
          </a:xfrm>
          <a:prstGeom prst="roundRect">
            <a:avLst>
              <a:gd name="adj" fmla="val 4000"/>
            </a:avLst>
          </a:prstGeom>
          <a:solidFill>
            <a:srgbClr val="F4F7FB"/>
          </a:solidFill>
          <a:ln w="12700">
            <a:solidFill>
              <a:srgbClr val="D6E0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508760"/>
            <a:ext cx="105156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Natural-language-to-SQL lets non-technical users query a database in plain English — e.g. “which students failed more than two subjects?” → SQL → results.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29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of state-of-the-art (closed-source) systems: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84048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Rely on GPT-4 / ChatGPT — unclear architecture and no local control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Data-privacy risk — the database schema is sent to a third party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inference cost and vendor lock-in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39496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2E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QueryGenie reproduces CodeS — a fully open-source model that runs locally — and adds trustworthiness: execution-guided self-correction and confidence-aware abstention.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8404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Anchor Paper &amp; Related Work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 (reproduced): CodeS — Towards Building Open-source Language Models for Text-to-SQL (SIGMOD 2024). Open-source, 1B–15B, built on StarCoder; incremental pre-training + schema filter + value retriever + SFT.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8600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103120"/>
                <a:gridCol w="621792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Contribution used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CodeS (SIGMOD 2024)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Anchor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Open-source text-to-SQL model we reproduce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RESDSQL (AAAI 2023)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anchor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Schema-linking / filter idea; fallback model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DIN-SQL (NeurIPS 2023)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Enhancement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Execution-guided self-correction strategy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LIDA (ACL 2023)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Visualization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chart selection from results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Spider (EMNLP 2018)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Cross-domain text-to-SQL evaluation (EX / TS)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8404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Reproduction Approach &amp; Environment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5394960" cy="2194560"/>
          </a:xfrm>
          <a:prstGeom prst="roundRect">
            <a:avLst>
              <a:gd name="adj" fmla="val 3333"/>
            </a:avLst>
          </a:prstGeom>
          <a:solidFill>
            <a:srgbClr val="F4F7FB"/>
          </a:solidFill>
          <a:ln w="12700">
            <a:solidFill>
              <a:srgbClr val="D6E0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417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Two-tier strategy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828800"/>
            <a:ext cx="50292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 (liveness): released model loads, generates SQL, executes — clears the Week-4 gate ✅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 (faithful): run evaluation on Spider dev for EX / TS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17920" y="1325880"/>
            <a:ext cx="5394960" cy="2194560"/>
          </a:xfrm>
          <a:prstGeom prst="roundRect">
            <a:avLst>
              <a:gd name="adj" fmla="val 3333"/>
            </a:avLst>
          </a:prstGeom>
          <a:solidFill>
            <a:srgbClr val="F4F7FB"/>
          </a:solidFill>
          <a:ln w="12700">
            <a:solidFill>
              <a:srgbClr val="D6E0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0" y="1417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828800"/>
            <a:ext cx="50292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 inference + evaluation with the released CodeS-1B checkpoint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Pre-training (8×A800) is out of scope — we consume the released weights</a:t>
            </a:r>
            <a:endParaRPr lang="en-US" sz="13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03320"/>
          <a:ext cx="110642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4297680"/>
                <a:gridCol w="42976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 1 (used)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 2 (authors' pinned)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3.12 (Colab) / 3.13 (Mac)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3.8.5 (isolated env)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PyTorch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2.11 (CUDA) / 2.13 (MPS)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transformers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5.15.0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4.28.1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Hardware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Colab T4 / Apple M4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8× A800 80 GB (CUDA-only libs)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8404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— Spider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3383280" cy="1554480"/>
          </a:xfrm>
          <a:prstGeom prst="roundRect">
            <a:avLst>
              <a:gd name="adj" fmla="val 4706"/>
            </a:avLst>
          </a:prstGeom>
          <a:solidFill>
            <a:srgbClr val="F4F7FB"/>
          </a:solidFill>
          <a:ln w="12700">
            <a:solidFill>
              <a:srgbClr val="D6E0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572768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7,000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examples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89120" y="1463040"/>
            <a:ext cx="3383280" cy="1554480"/>
          </a:xfrm>
          <a:prstGeom prst="roundRect">
            <a:avLst>
              <a:gd name="adj" fmla="val 4706"/>
            </a:avLst>
          </a:prstGeom>
          <a:solidFill>
            <a:srgbClr val="F4F7FB"/>
          </a:solidFill>
          <a:ln w="12700">
            <a:solidFill>
              <a:srgbClr val="D6E0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89120" y="1572768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1,034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examples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229600" y="1463040"/>
            <a:ext cx="3383280" cy="1554480"/>
          </a:xfrm>
          <a:prstGeom prst="roundRect">
            <a:avLst>
              <a:gd name="adj" fmla="val 4706"/>
            </a:avLst>
          </a:prstGeom>
          <a:solidFill>
            <a:srgbClr val="F4F7FB"/>
          </a:solidFill>
          <a:ln w="12700">
            <a:solidFill>
              <a:srgbClr val="D6E0E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0" y="1572768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 / TS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841248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(execution &amp; test-suite accuracy)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383280"/>
            <a:ext cx="109728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Hugging Face Datasets (xlangai/spider) — an approved source; Kaggle is not used.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Cross-domain: train / dev use disjoint databases → the model must generalise to unseen schemas.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 recorded in results/dataset_provenance.json; databases from HAL-9001/spider-databases.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8404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 (CodeS pipeline)</a:t>
            </a:r>
            <a:endParaRPr lang="en-US" sz="3000" dirty="0"/>
          </a:p>
        </p:txBody>
      </p:sp>
      <p:pic>
        <p:nvPicPr>
          <p:cNvPr id="5" name="Image 0" descr="/Users/jaikanthkamisetti/Documents/Projects/QueryGenie/docs/codes_architecture_flow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0" y="1234440"/>
            <a:ext cx="809244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8404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 Execution &amp; Reproduction Results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5486400" cy="2103120"/>
          </a:xfrm>
          <a:prstGeom prst="roundRect">
            <a:avLst>
              <a:gd name="adj" fmla="val 3478"/>
            </a:avLst>
          </a:prstGeom>
          <a:solidFill>
            <a:srgbClr val="F4F7FB"/>
          </a:solidFill>
          <a:ln w="12700">
            <a:solidFill>
              <a:srgbClr val="D6E0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4173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 gate — CLEARED ✅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828800"/>
            <a:ext cx="51206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codes-1b loaded on Colab T4; generated valid SQL; executed on SQLite (run T1-001)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local prototype: NL → SQL → execute → self-correct → table + chart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“top 3 students by total marks” → correct JOIN + SUM query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17920" y="132588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E9F7F4"/>
          </a:solidFill>
          <a:ln w="12700">
            <a:solidFill>
              <a:srgbClr val="D6E0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0" y="1417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 — Spider dev Execution Accuracy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82880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73.3%</a:t>
            </a:r>
            <a:endParaRPr lang="en-US" sz="48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269748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(30 dev ex, 100% executed) — full 1034-ex run completing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657600"/>
            <a:ext cx="110642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target: 77.9% EX (Table 5). 73.3% is within the SOP ±10% tolerance band (70.1–85.7%) — a passing reproduction; prompt-fidelity improvements (value retriever + metadata) are expected to close the gap toward 77.9%.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84632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2E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Honesty note: no metric is fabricated; unmeasured values are marked TBD. Full documentation in the 10-page Code Reproducibility Report.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8404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Contributions &amp; Next-Review Work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 enhancements (each measured vs the reproduced baseline; significance via t-test / Wilcoxon):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0972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Execution-guided self-correction — repair SQL that fails to execute (prototype already built).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Confidence-aware abstention (novel) — generate multiple candidates; abstain with a clarifying question when they disagree; report an accuracy-vs-coverage curve.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Benchmark-to-reality gap — evaluate on a custom academic schema alongside Spider and narrow the drop real databases show.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1148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Next-review work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52628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full Spider-dev run; log three runs; finalise EX vs the 77.9% target.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Week-7 ablation: disable the schema filter and re-measure EX.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 Report v2 with the measured numbers; begin the enhancement implementation.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111556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Li, H. et al. (2024). CodeS: Towards Building Open-source Language Models for Text-to-SQL. SIGMOD. arXiv:2402.16347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Li, H. et al. (2023). RESDSQL: Decoupling Schema Linking and Skeleton Parsing for Text-to-SQL. AAAI. arXiv:2302.05965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Pourreza, M. &amp; Rafiei, D. (2023). DIN-SQL: Decomposed In-Context Learning of Text-to-SQL with Self-Correction. NeurIPS. arXiv:2304.11015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Dibia, V. (2023). LIDA: Automatic Generation of Grammar-Agnostic Visualizations and Infographics using LLMs. ACL. arXiv:2303.02927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Yu, T. et al. (2018). Spider: A Large-Scale Human-Labeled Dataset for Complex and Cross-Domain Semantic Parsing and Text-to-SQL. EMNLP. arXiv:1809.08887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Li, R. et al. (2023). StarCoder: may the source be with you! arXiv:2305.06161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4937760"/>
            <a:ext cx="2743200" cy="274320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26517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6576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QueryGenie · Team 21 · github.com/jayakanthh/QueryGenie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QueryGenie — Project Review II</dc:title>
  <dc:subject>PptxGenJS Presentation</dc:subject>
  <dc:creator>Team 21</dc:creator>
  <cp:lastModifiedBy>Team 21</cp:lastModifiedBy>
  <cp:revision>1</cp:revision>
  <dcterms:created xsi:type="dcterms:W3CDTF">2026-08-26T06:58:44Z</dcterms:created>
  <dcterms:modified xsi:type="dcterms:W3CDTF">2026-08-26T06:58:44Z</dcterms:modified>
</cp:coreProperties>
</file>