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3"/>
  </p:notesMasterIdLst>
  <p:sldIdLst>
    <p:sldId id="258" r:id="rId2"/>
  </p:sldIdLst>
  <p:sldSz cx="30275213" cy="4280376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6F9FC"/>
    <a:srgbClr val="F8674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497"/>
    <p:restoredTop sz="94681"/>
  </p:normalViewPr>
  <p:slideViewPr>
    <p:cSldViewPr snapToGrid="0">
      <p:cViewPr>
        <p:scale>
          <a:sx n="31" d="100"/>
          <a:sy n="31" d="100"/>
        </p:scale>
        <p:origin x="2056" y="-11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F9781CB-E638-AC4E-B8EC-984A76828676}" type="datetimeFigureOut">
              <a:rPr lang="en-US" smtClean="0"/>
              <a:t>10/8/26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338388" y="1143000"/>
            <a:ext cx="218122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CEFC2D9-C6F9-D446-8B89-26818FEE03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310273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3507730" rtl="0" eaLnBrk="1" latinLnBrk="0" hangingPunct="1">
      <a:defRPr sz="4603" kern="1200">
        <a:solidFill>
          <a:schemeClr val="tx1"/>
        </a:solidFill>
        <a:latin typeface="+mn-lt"/>
        <a:ea typeface="+mn-ea"/>
        <a:cs typeface="+mn-cs"/>
      </a:defRPr>
    </a:lvl1pPr>
    <a:lvl2pPr marL="1753865" algn="l" defTabSz="3507730" rtl="0" eaLnBrk="1" latinLnBrk="0" hangingPunct="1">
      <a:defRPr sz="4603" kern="1200">
        <a:solidFill>
          <a:schemeClr val="tx1"/>
        </a:solidFill>
        <a:latin typeface="+mn-lt"/>
        <a:ea typeface="+mn-ea"/>
        <a:cs typeface="+mn-cs"/>
      </a:defRPr>
    </a:lvl2pPr>
    <a:lvl3pPr marL="3507730" algn="l" defTabSz="3507730" rtl="0" eaLnBrk="1" latinLnBrk="0" hangingPunct="1">
      <a:defRPr sz="4603" kern="1200">
        <a:solidFill>
          <a:schemeClr val="tx1"/>
        </a:solidFill>
        <a:latin typeface="+mn-lt"/>
        <a:ea typeface="+mn-ea"/>
        <a:cs typeface="+mn-cs"/>
      </a:defRPr>
    </a:lvl3pPr>
    <a:lvl4pPr marL="5261595" algn="l" defTabSz="3507730" rtl="0" eaLnBrk="1" latinLnBrk="0" hangingPunct="1">
      <a:defRPr sz="4603" kern="1200">
        <a:solidFill>
          <a:schemeClr val="tx1"/>
        </a:solidFill>
        <a:latin typeface="+mn-lt"/>
        <a:ea typeface="+mn-ea"/>
        <a:cs typeface="+mn-cs"/>
      </a:defRPr>
    </a:lvl4pPr>
    <a:lvl5pPr marL="7015460" algn="l" defTabSz="3507730" rtl="0" eaLnBrk="1" latinLnBrk="0" hangingPunct="1">
      <a:defRPr sz="4603" kern="1200">
        <a:solidFill>
          <a:schemeClr val="tx1"/>
        </a:solidFill>
        <a:latin typeface="+mn-lt"/>
        <a:ea typeface="+mn-ea"/>
        <a:cs typeface="+mn-cs"/>
      </a:defRPr>
    </a:lvl5pPr>
    <a:lvl6pPr marL="8769325" algn="l" defTabSz="3507730" rtl="0" eaLnBrk="1" latinLnBrk="0" hangingPunct="1">
      <a:defRPr sz="4603" kern="1200">
        <a:solidFill>
          <a:schemeClr val="tx1"/>
        </a:solidFill>
        <a:latin typeface="+mn-lt"/>
        <a:ea typeface="+mn-ea"/>
        <a:cs typeface="+mn-cs"/>
      </a:defRPr>
    </a:lvl6pPr>
    <a:lvl7pPr marL="10523190" algn="l" defTabSz="3507730" rtl="0" eaLnBrk="1" latinLnBrk="0" hangingPunct="1">
      <a:defRPr sz="4603" kern="1200">
        <a:solidFill>
          <a:schemeClr val="tx1"/>
        </a:solidFill>
        <a:latin typeface="+mn-lt"/>
        <a:ea typeface="+mn-ea"/>
        <a:cs typeface="+mn-cs"/>
      </a:defRPr>
    </a:lvl7pPr>
    <a:lvl8pPr marL="12277054" algn="l" defTabSz="3507730" rtl="0" eaLnBrk="1" latinLnBrk="0" hangingPunct="1">
      <a:defRPr sz="4603" kern="1200">
        <a:solidFill>
          <a:schemeClr val="tx1"/>
        </a:solidFill>
        <a:latin typeface="+mn-lt"/>
        <a:ea typeface="+mn-ea"/>
        <a:cs typeface="+mn-cs"/>
      </a:defRPr>
    </a:lvl8pPr>
    <a:lvl9pPr marL="14030919" algn="l" defTabSz="3507730" rtl="0" eaLnBrk="1" latinLnBrk="0" hangingPunct="1">
      <a:defRPr sz="4603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00CMx140CM templa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type="body" sz="quarter" idx="10" hasCustomPrompt="1"/>
          </p:nvPr>
        </p:nvSpPr>
        <p:spPr>
          <a:xfrm>
            <a:off x="623691" y="7585962"/>
            <a:ext cx="14299153" cy="897605"/>
          </a:xfrm>
          <a:prstGeom prst="rect">
            <a:avLst/>
          </a:prstGeom>
        </p:spPr>
        <p:txBody>
          <a:bodyPr wrap="square" lIns="223877" tIns="223877" rIns="223877" bIns="223877">
            <a:spAutoFit/>
          </a:bodyPr>
          <a:lstStyle>
            <a:lvl1pPr marL="0" indent="0">
              <a:buNone/>
              <a:defRPr sz="2800">
                <a:solidFill>
                  <a:schemeClr val="accent5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1455191" indent="-559688">
              <a:defRPr sz="2500">
                <a:latin typeface="Trebuchet MS" pitchFamily="34" charset="0"/>
              </a:defRPr>
            </a:lvl2pPr>
            <a:lvl3pPr marL="2014879" indent="-559688">
              <a:defRPr sz="2500">
                <a:latin typeface="Trebuchet MS" pitchFamily="34" charset="0"/>
              </a:defRPr>
            </a:lvl3pPr>
            <a:lvl4pPr marL="2630537" indent="-615658">
              <a:defRPr sz="2500">
                <a:latin typeface="Trebuchet MS" pitchFamily="34" charset="0"/>
              </a:defRPr>
            </a:lvl4pPr>
            <a:lvl5pPr marL="3078288" indent="-447751">
              <a:defRPr sz="2500">
                <a:latin typeface="Trebuchet MS" pitchFamily="34" charset="0"/>
              </a:defRPr>
            </a:lvl5pPr>
          </a:lstStyle>
          <a:p>
            <a:pPr lvl="0"/>
            <a:r>
              <a:rPr lang="en-US" dirty="0"/>
              <a:t>Type in or paste your text here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1" hasCustomPrompt="1"/>
          </p:nvPr>
        </p:nvSpPr>
        <p:spPr>
          <a:xfrm>
            <a:off x="636213" y="6884938"/>
            <a:ext cx="14287866" cy="724461"/>
          </a:xfrm>
          <a:prstGeom prst="rect">
            <a:avLst/>
          </a:prstGeom>
          <a:noFill/>
        </p:spPr>
        <p:txBody>
          <a:bodyPr wrap="square" lIns="89551" tIns="89551" rIns="89551" bIns="89551" anchor="ctr" anchorCtr="0">
            <a:spAutoFit/>
          </a:bodyPr>
          <a:lstStyle>
            <a:lvl1pPr marL="0" indent="0" algn="ctr">
              <a:buNone/>
              <a:defRPr sz="3900" b="1" u="sng" baseline="0">
                <a:solidFill>
                  <a:schemeClr val="accent5">
                    <a:lumMod val="50000"/>
                  </a:schemeClr>
                </a:solidFill>
              </a:defRPr>
            </a:lvl1pPr>
          </a:lstStyle>
          <a:p>
            <a:pPr lvl="0"/>
            <a:r>
              <a:rPr lang="en-US" dirty="0"/>
              <a:t>(click to edit) Introduction or Abstract</a:t>
            </a:r>
          </a:p>
        </p:txBody>
      </p:sp>
      <p:sp>
        <p:nvSpPr>
          <p:cNvPr id="20" name="Text Placeholder 5"/>
          <p:cNvSpPr>
            <a:spLocks noGrp="1"/>
          </p:cNvSpPr>
          <p:nvPr>
            <p:ph type="body" sz="quarter" idx="20" hasCustomPrompt="1"/>
          </p:nvPr>
        </p:nvSpPr>
        <p:spPr>
          <a:xfrm>
            <a:off x="636211" y="18518420"/>
            <a:ext cx="14291358" cy="724461"/>
          </a:xfrm>
          <a:prstGeom prst="rect">
            <a:avLst/>
          </a:prstGeom>
          <a:noFill/>
        </p:spPr>
        <p:txBody>
          <a:bodyPr wrap="square" lIns="89551" tIns="89551" rIns="89551" bIns="89551" anchor="ctr" anchorCtr="0">
            <a:spAutoFit/>
          </a:bodyPr>
          <a:lstStyle>
            <a:lvl1pPr marL="0" indent="0" algn="ctr">
              <a:buNone/>
              <a:defRPr sz="3900" b="1" u="sng" baseline="0">
                <a:solidFill>
                  <a:schemeClr val="accent5">
                    <a:lumMod val="50000"/>
                  </a:schemeClr>
                </a:solidFill>
              </a:defRPr>
            </a:lvl1pPr>
          </a:lstStyle>
          <a:p>
            <a:pPr lvl="0"/>
            <a:r>
              <a:rPr lang="en-US" dirty="0"/>
              <a:t>(click to edit)  Objectives</a:t>
            </a:r>
          </a:p>
        </p:txBody>
      </p:sp>
      <p:sp>
        <p:nvSpPr>
          <p:cNvPr id="25" name="Text Placeholder 5"/>
          <p:cNvSpPr>
            <a:spLocks noGrp="1"/>
          </p:cNvSpPr>
          <p:nvPr>
            <p:ph type="body" sz="quarter" idx="25" hasCustomPrompt="1"/>
          </p:nvPr>
        </p:nvSpPr>
        <p:spPr>
          <a:xfrm>
            <a:off x="15353328" y="6884938"/>
            <a:ext cx="14287682" cy="724461"/>
          </a:xfrm>
          <a:prstGeom prst="rect">
            <a:avLst/>
          </a:prstGeom>
          <a:noFill/>
        </p:spPr>
        <p:txBody>
          <a:bodyPr wrap="square" lIns="89551" tIns="89551" rIns="89551" bIns="89551" anchor="ctr" anchorCtr="0">
            <a:spAutoFit/>
          </a:bodyPr>
          <a:lstStyle>
            <a:lvl1pPr marL="0" indent="0" algn="ctr">
              <a:buNone/>
              <a:defRPr sz="3900" b="1" u="sng" baseline="0">
                <a:solidFill>
                  <a:schemeClr val="accent5">
                    <a:lumMod val="50000"/>
                  </a:schemeClr>
                </a:solidFill>
              </a:defRPr>
            </a:lvl1pPr>
          </a:lstStyle>
          <a:p>
            <a:pPr lvl="0"/>
            <a:r>
              <a:rPr lang="en-US" dirty="0"/>
              <a:t>(click to edit) Proposed Methodology</a:t>
            </a:r>
          </a:p>
        </p:txBody>
      </p:sp>
      <p:sp>
        <p:nvSpPr>
          <p:cNvPr id="26" name="Text Placeholder 3"/>
          <p:cNvSpPr>
            <a:spLocks noGrp="1"/>
          </p:cNvSpPr>
          <p:nvPr>
            <p:ph type="body" sz="quarter" idx="26" hasCustomPrompt="1"/>
          </p:nvPr>
        </p:nvSpPr>
        <p:spPr>
          <a:xfrm>
            <a:off x="15353328" y="7585962"/>
            <a:ext cx="14287682" cy="897605"/>
          </a:xfrm>
          <a:prstGeom prst="rect">
            <a:avLst/>
          </a:prstGeom>
        </p:spPr>
        <p:txBody>
          <a:bodyPr wrap="square" lIns="223877" tIns="223877" rIns="223877" bIns="223877">
            <a:spAutoFit/>
          </a:bodyPr>
          <a:lstStyle>
            <a:lvl1pPr marL="0" indent="0">
              <a:buNone/>
              <a:defRPr sz="2800">
                <a:solidFill>
                  <a:schemeClr val="accent5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1455191" indent="-559688">
              <a:defRPr sz="2500">
                <a:latin typeface="Trebuchet MS" pitchFamily="34" charset="0"/>
              </a:defRPr>
            </a:lvl2pPr>
            <a:lvl3pPr marL="2014879" indent="-559688">
              <a:defRPr sz="2500">
                <a:latin typeface="Trebuchet MS" pitchFamily="34" charset="0"/>
              </a:defRPr>
            </a:lvl3pPr>
            <a:lvl4pPr marL="2630537" indent="-615658">
              <a:defRPr sz="2500">
                <a:latin typeface="Trebuchet MS" pitchFamily="34" charset="0"/>
              </a:defRPr>
            </a:lvl4pPr>
            <a:lvl5pPr marL="3078288" indent="-447751">
              <a:defRPr sz="2500">
                <a:latin typeface="Trebuchet MS" pitchFamily="34" charset="0"/>
              </a:defRPr>
            </a:lvl5pPr>
          </a:lstStyle>
          <a:p>
            <a:pPr lvl="0"/>
            <a:r>
              <a:rPr lang="en-US" dirty="0"/>
              <a:t>Type in or paste your text here</a:t>
            </a:r>
          </a:p>
        </p:txBody>
      </p:sp>
      <p:sp>
        <p:nvSpPr>
          <p:cNvPr id="27" name="Text Placeholder 5"/>
          <p:cNvSpPr>
            <a:spLocks noGrp="1"/>
          </p:cNvSpPr>
          <p:nvPr>
            <p:ph type="body" sz="quarter" idx="27" hasCustomPrompt="1"/>
          </p:nvPr>
        </p:nvSpPr>
        <p:spPr>
          <a:xfrm>
            <a:off x="629167" y="31830857"/>
            <a:ext cx="14283756" cy="724461"/>
          </a:xfrm>
          <a:prstGeom prst="rect">
            <a:avLst/>
          </a:prstGeom>
          <a:noFill/>
        </p:spPr>
        <p:txBody>
          <a:bodyPr wrap="square" lIns="89551" tIns="89551" rIns="89551" bIns="89551" anchor="ctr" anchorCtr="0">
            <a:spAutoFit/>
          </a:bodyPr>
          <a:lstStyle>
            <a:lvl1pPr marL="0" indent="0" algn="ctr">
              <a:buNone/>
              <a:defRPr sz="3900" b="1" u="sng" baseline="0">
                <a:solidFill>
                  <a:schemeClr val="accent5">
                    <a:lumMod val="50000"/>
                  </a:schemeClr>
                </a:solidFill>
              </a:defRPr>
            </a:lvl1pPr>
          </a:lstStyle>
          <a:p>
            <a:pPr lvl="0"/>
            <a:r>
              <a:rPr lang="en-US" dirty="0"/>
              <a:t>(click to edit)  References</a:t>
            </a:r>
          </a:p>
        </p:txBody>
      </p:sp>
      <p:sp>
        <p:nvSpPr>
          <p:cNvPr id="28" name="Text Placeholder 3"/>
          <p:cNvSpPr>
            <a:spLocks noGrp="1"/>
          </p:cNvSpPr>
          <p:nvPr>
            <p:ph type="body" sz="quarter" idx="28" hasCustomPrompt="1"/>
          </p:nvPr>
        </p:nvSpPr>
        <p:spPr>
          <a:xfrm>
            <a:off x="623691" y="32586238"/>
            <a:ext cx="14289232" cy="897605"/>
          </a:xfrm>
          <a:prstGeom prst="rect">
            <a:avLst/>
          </a:prstGeom>
        </p:spPr>
        <p:txBody>
          <a:bodyPr wrap="square" lIns="223877" tIns="223877" rIns="223877" bIns="223877">
            <a:spAutoFit/>
          </a:bodyPr>
          <a:lstStyle>
            <a:lvl1pPr marL="0" indent="0">
              <a:buNone/>
              <a:defRPr sz="2800">
                <a:solidFill>
                  <a:schemeClr val="accent5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1455191" indent="-559688">
              <a:defRPr sz="2500">
                <a:latin typeface="Trebuchet MS" pitchFamily="34" charset="0"/>
              </a:defRPr>
            </a:lvl2pPr>
            <a:lvl3pPr marL="2014879" indent="-559688">
              <a:defRPr sz="2500">
                <a:latin typeface="Trebuchet MS" pitchFamily="34" charset="0"/>
              </a:defRPr>
            </a:lvl3pPr>
            <a:lvl4pPr marL="2630537" indent="-615658">
              <a:defRPr sz="2500">
                <a:latin typeface="Trebuchet MS" pitchFamily="34" charset="0"/>
              </a:defRPr>
            </a:lvl4pPr>
            <a:lvl5pPr marL="3078288" indent="-447751">
              <a:defRPr sz="2500">
                <a:latin typeface="Trebuchet MS" pitchFamily="34" charset="0"/>
              </a:defRPr>
            </a:lvl5pPr>
          </a:lstStyle>
          <a:p>
            <a:pPr lvl="0"/>
            <a:r>
              <a:rPr lang="en-US" dirty="0"/>
              <a:t>Type in or paste your text here</a:t>
            </a:r>
          </a:p>
        </p:txBody>
      </p:sp>
      <p:sp>
        <p:nvSpPr>
          <p:cNvPr id="29" name="Text Placeholder 5"/>
          <p:cNvSpPr>
            <a:spLocks noGrp="1"/>
          </p:cNvSpPr>
          <p:nvPr>
            <p:ph type="body" sz="quarter" idx="29" hasCustomPrompt="1"/>
          </p:nvPr>
        </p:nvSpPr>
        <p:spPr>
          <a:xfrm>
            <a:off x="15364404" y="36583483"/>
            <a:ext cx="14276605" cy="724461"/>
          </a:xfrm>
          <a:prstGeom prst="rect">
            <a:avLst/>
          </a:prstGeom>
          <a:noFill/>
        </p:spPr>
        <p:txBody>
          <a:bodyPr wrap="square" lIns="89551" tIns="89551" rIns="89551" bIns="89551" anchor="ctr" anchorCtr="0">
            <a:spAutoFit/>
          </a:bodyPr>
          <a:lstStyle>
            <a:lvl1pPr marL="0" indent="0" algn="ctr">
              <a:buNone/>
              <a:defRPr sz="3900" b="1" u="sng" baseline="0">
                <a:solidFill>
                  <a:schemeClr val="accent5">
                    <a:lumMod val="50000"/>
                  </a:schemeClr>
                </a:solidFill>
              </a:defRPr>
            </a:lvl1pPr>
          </a:lstStyle>
          <a:p>
            <a:pPr lvl="0"/>
            <a:r>
              <a:rPr lang="en-US" dirty="0"/>
              <a:t>(click to edit) Team Details</a:t>
            </a:r>
          </a:p>
        </p:txBody>
      </p:sp>
      <p:sp>
        <p:nvSpPr>
          <p:cNvPr id="30" name="Text Placeholder 3"/>
          <p:cNvSpPr>
            <a:spLocks noGrp="1"/>
          </p:cNvSpPr>
          <p:nvPr>
            <p:ph type="body" sz="quarter" idx="30" hasCustomPrompt="1"/>
          </p:nvPr>
        </p:nvSpPr>
        <p:spPr>
          <a:xfrm>
            <a:off x="15353329" y="37358864"/>
            <a:ext cx="14283756" cy="897605"/>
          </a:xfrm>
          <a:prstGeom prst="rect">
            <a:avLst/>
          </a:prstGeom>
        </p:spPr>
        <p:txBody>
          <a:bodyPr wrap="square" lIns="223877" tIns="223877" rIns="223877" bIns="223877">
            <a:spAutoFit/>
          </a:bodyPr>
          <a:lstStyle>
            <a:lvl1pPr marL="0" indent="0">
              <a:buNone/>
              <a:defRPr sz="2800">
                <a:solidFill>
                  <a:schemeClr val="accent5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1455191" indent="-559688">
              <a:defRPr sz="2500">
                <a:latin typeface="Trebuchet MS" pitchFamily="34" charset="0"/>
              </a:defRPr>
            </a:lvl2pPr>
            <a:lvl3pPr marL="2014879" indent="-559688">
              <a:defRPr sz="2500">
                <a:latin typeface="Trebuchet MS" pitchFamily="34" charset="0"/>
              </a:defRPr>
            </a:lvl3pPr>
            <a:lvl4pPr marL="2630537" indent="-615658">
              <a:defRPr sz="2500">
                <a:latin typeface="Trebuchet MS" pitchFamily="34" charset="0"/>
              </a:defRPr>
            </a:lvl4pPr>
            <a:lvl5pPr marL="3078288" indent="-447751">
              <a:defRPr sz="2500">
                <a:latin typeface="Trebuchet MS" pitchFamily="34" charset="0"/>
              </a:defRPr>
            </a:lvl5pPr>
          </a:lstStyle>
          <a:p>
            <a:pPr lvl="0"/>
            <a:r>
              <a:rPr lang="en-US" dirty="0"/>
              <a:t>Type in or paste your text here</a:t>
            </a:r>
          </a:p>
        </p:txBody>
      </p:sp>
      <p:sp>
        <p:nvSpPr>
          <p:cNvPr id="60" name="Text Placeholder 3"/>
          <p:cNvSpPr>
            <a:spLocks noGrp="1"/>
          </p:cNvSpPr>
          <p:nvPr>
            <p:ph type="body" sz="quarter" idx="96" hasCustomPrompt="1"/>
          </p:nvPr>
        </p:nvSpPr>
        <p:spPr>
          <a:xfrm>
            <a:off x="623691" y="19275662"/>
            <a:ext cx="14300387" cy="897605"/>
          </a:xfrm>
          <a:prstGeom prst="rect">
            <a:avLst/>
          </a:prstGeom>
        </p:spPr>
        <p:txBody>
          <a:bodyPr wrap="square" lIns="223877" tIns="223877" rIns="223877" bIns="223877">
            <a:spAutoFit/>
          </a:bodyPr>
          <a:lstStyle>
            <a:lvl1pPr marL="0" indent="0">
              <a:buNone/>
              <a:defRPr sz="2800">
                <a:solidFill>
                  <a:schemeClr val="accent5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1455191" indent="-559688">
              <a:defRPr sz="2500">
                <a:latin typeface="Trebuchet MS" pitchFamily="34" charset="0"/>
              </a:defRPr>
            </a:lvl2pPr>
            <a:lvl3pPr marL="2014879" indent="-559688">
              <a:defRPr sz="2500">
                <a:latin typeface="Trebuchet MS" pitchFamily="34" charset="0"/>
              </a:defRPr>
            </a:lvl3pPr>
            <a:lvl4pPr marL="2630537" indent="-615658">
              <a:defRPr sz="2500">
                <a:latin typeface="Trebuchet MS" pitchFamily="34" charset="0"/>
              </a:defRPr>
            </a:lvl4pPr>
            <a:lvl5pPr marL="3078288" indent="-447751">
              <a:defRPr sz="2500">
                <a:latin typeface="Trebuchet MS" pitchFamily="34" charset="0"/>
              </a:defRPr>
            </a:lvl5pPr>
          </a:lstStyle>
          <a:p>
            <a:pPr lvl="0"/>
            <a:r>
              <a:rPr lang="en-US" dirty="0"/>
              <a:t>Type in or paste your text here</a:t>
            </a:r>
          </a:p>
        </p:txBody>
      </p:sp>
      <p:sp>
        <p:nvSpPr>
          <p:cNvPr id="76" name="Text Placeholder 76"/>
          <p:cNvSpPr>
            <a:spLocks noGrp="1"/>
          </p:cNvSpPr>
          <p:nvPr>
            <p:ph type="body" sz="quarter" idx="150" hasCustomPrompt="1"/>
          </p:nvPr>
        </p:nvSpPr>
        <p:spPr>
          <a:xfrm>
            <a:off x="4090899" y="4110875"/>
            <a:ext cx="22093415" cy="1087559"/>
          </a:xfrm>
          <a:prstGeom prst="rect">
            <a:avLst/>
          </a:prstGeom>
        </p:spPr>
        <p:txBody>
          <a:bodyPr lIns="77349" tIns="38675" rIns="77349" bIns="38675">
            <a:normAutofit/>
          </a:bodyPr>
          <a:lstStyle>
            <a:lvl1pPr marL="0" indent="0" algn="ctr">
              <a:buFontTx/>
              <a:buNone/>
              <a:defRPr sz="5400">
                <a:solidFill>
                  <a:schemeClr val="accent5">
                    <a:lumMod val="50000"/>
                  </a:schemeClr>
                </a:solidFill>
                <a:latin typeface="+mj-lt"/>
              </a:defRPr>
            </a:lvl1pPr>
            <a:lvl2pPr>
              <a:buFontTx/>
              <a:buNone/>
              <a:defRPr sz="6100"/>
            </a:lvl2pPr>
            <a:lvl3pPr>
              <a:buFontTx/>
              <a:buNone/>
              <a:defRPr sz="6100"/>
            </a:lvl3pPr>
            <a:lvl4pPr>
              <a:buFontTx/>
              <a:buNone/>
              <a:defRPr sz="6100"/>
            </a:lvl4pPr>
            <a:lvl5pPr>
              <a:buFontTx/>
              <a:buNone/>
              <a:defRPr sz="6100"/>
            </a:lvl5pPr>
          </a:lstStyle>
          <a:p>
            <a:pPr lvl="0"/>
            <a:r>
              <a:rPr lang="en-US" dirty="0"/>
              <a:t>Click here to add affiliations</a:t>
            </a:r>
          </a:p>
        </p:txBody>
      </p:sp>
      <p:sp>
        <p:nvSpPr>
          <p:cNvPr id="79" name="Text Placeholder 76"/>
          <p:cNvSpPr>
            <a:spLocks noGrp="1"/>
          </p:cNvSpPr>
          <p:nvPr>
            <p:ph type="body" sz="quarter" idx="151" hasCustomPrompt="1"/>
          </p:nvPr>
        </p:nvSpPr>
        <p:spPr>
          <a:xfrm>
            <a:off x="4090899" y="2558463"/>
            <a:ext cx="22093415" cy="1262156"/>
          </a:xfrm>
          <a:prstGeom prst="rect">
            <a:avLst/>
          </a:prstGeom>
        </p:spPr>
        <p:txBody>
          <a:bodyPr lIns="77349" tIns="38675" rIns="77349" bIns="38675" anchor="t" anchorCtr="1">
            <a:noAutofit/>
          </a:bodyPr>
          <a:lstStyle>
            <a:lvl1pPr marL="0" indent="0" algn="ctr">
              <a:buFontTx/>
              <a:buNone/>
              <a:defRPr sz="7200">
                <a:solidFill>
                  <a:schemeClr val="accent5">
                    <a:lumMod val="50000"/>
                  </a:schemeClr>
                </a:solidFill>
                <a:latin typeface="+mj-lt"/>
              </a:defRPr>
            </a:lvl1pPr>
            <a:lvl2pPr>
              <a:buFontTx/>
              <a:buNone/>
              <a:defRPr sz="6100"/>
            </a:lvl2pPr>
            <a:lvl3pPr>
              <a:buFontTx/>
              <a:buNone/>
              <a:defRPr sz="6100"/>
            </a:lvl3pPr>
            <a:lvl4pPr>
              <a:buFontTx/>
              <a:buNone/>
              <a:defRPr sz="6100"/>
            </a:lvl4pPr>
            <a:lvl5pPr>
              <a:buFontTx/>
              <a:buNone/>
              <a:defRPr sz="6100"/>
            </a:lvl5pPr>
          </a:lstStyle>
          <a:p>
            <a:pPr lvl="0"/>
            <a:r>
              <a:rPr lang="en-US" dirty="0"/>
              <a:t>Click here to add authors</a:t>
            </a:r>
          </a:p>
        </p:txBody>
      </p:sp>
      <p:sp>
        <p:nvSpPr>
          <p:cNvPr id="80" name="Text Placeholder 76"/>
          <p:cNvSpPr>
            <a:spLocks noGrp="1"/>
          </p:cNvSpPr>
          <p:nvPr>
            <p:ph type="body" sz="quarter" idx="153" hasCustomPrompt="1"/>
          </p:nvPr>
        </p:nvSpPr>
        <p:spPr>
          <a:xfrm>
            <a:off x="4090899" y="492940"/>
            <a:ext cx="22093415" cy="1775267"/>
          </a:xfrm>
          <a:prstGeom prst="rect">
            <a:avLst/>
          </a:prstGeom>
        </p:spPr>
        <p:txBody>
          <a:bodyPr lIns="77349" tIns="38675" rIns="77349" bIns="38675" anchor="t" anchorCtr="1">
            <a:normAutofit/>
          </a:bodyPr>
          <a:lstStyle>
            <a:lvl1pPr marL="0" indent="0" algn="ctr">
              <a:buFontTx/>
              <a:buNone/>
              <a:defRPr sz="9800" b="1">
                <a:solidFill>
                  <a:schemeClr val="accent5">
                    <a:lumMod val="50000"/>
                  </a:schemeClr>
                </a:solidFill>
                <a:latin typeface="+mj-lt"/>
              </a:defRPr>
            </a:lvl1pPr>
            <a:lvl2pPr>
              <a:buFontTx/>
              <a:buNone/>
              <a:defRPr sz="6100"/>
            </a:lvl2pPr>
            <a:lvl3pPr>
              <a:buFontTx/>
              <a:buNone/>
              <a:defRPr sz="6100"/>
            </a:lvl3pPr>
            <a:lvl4pPr>
              <a:buFontTx/>
              <a:buNone/>
              <a:defRPr sz="6100"/>
            </a:lvl4pPr>
            <a:lvl5pPr>
              <a:buFontTx/>
              <a:buNone/>
              <a:defRPr sz="6100"/>
            </a:lvl5pPr>
          </a:lstStyle>
          <a:p>
            <a:pPr lvl="0"/>
            <a:r>
              <a:rPr lang="en-US" dirty="0"/>
              <a:t>Click here to add title</a:t>
            </a:r>
          </a:p>
        </p:txBody>
      </p:sp>
      <p:sp>
        <p:nvSpPr>
          <p:cNvPr id="2" name="Text Placeholder 5">
            <a:extLst>
              <a:ext uri="{FF2B5EF4-FFF2-40B4-BE49-F238E27FC236}">
                <a16:creationId xmlns:a16="http://schemas.microsoft.com/office/drawing/2014/main" id="{A73CEEE2-ACD9-82CF-397D-77E068323C78}"/>
              </a:ext>
            </a:extLst>
          </p:cNvPr>
          <p:cNvSpPr>
            <a:spLocks noGrp="1"/>
          </p:cNvSpPr>
          <p:nvPr>
            <p:ph type="body" sz="quarter" idx="154" hasCustomPrompt="1"/>
          </p:nvPr>
        </p:nvSpPr>
        <p:spPr>
          <a:xfrm>
            <a:off x="15365848" y="24976035"/>
            <a:ext cx="14291358" cy="724461"/>
          </a:xfrm>
          <a:prstGeom prst="rect">
            <a:avLst/>
          </a:prstGeom>
          <a:noFill/>
        </p:spPr>
        <p:txBody>
          <a:bodyPr wrap="square" lIns="89551" tIns="89551" rIns="89551" bIns="89551" anchor="ctr" anchorCtr="0">
            <a:spAutoFit/>
          </a:bodyPr>
          <a:lstStyle>
            <a:lvl1pPr marL="0" indent="0" algn="ctr">
              <a:buNone/>
              <a:defRPr sz="3900" b="1" u="sng" baseline="0">
                <a:solidFill>
                  <a:schemeClr val="accent5">
                    <a:lumMod val="50000"/>
                  </a:schemeClr>
                </a:solidFill>
              </a:defRPr>
            </a:lvl1pPr>
          </a:lstStyle>
          <a:p>
            <a:pPr lvl="0"/>
            <a:r>
              <a:rPr lang="en-US" dirty="0"/>
              <a:t>(click to edit) Experimental Results</a:t>
            </a:r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E970220D-428D-0519-8D48-7EA76D1EC56E}"/>
              </a:ext>
            </a:extLst>
          </p:cNvPr>
          <p:cNvSpPr>
            <a:spLocks noGrp="1"/>
          </p:cNvSpPr>
          <p:nvPr>
            <p:ph type="body" sz="quarter" idx="155" hasCustomPrompt="1"/>
          </p:nvPr>
        </p:nvSpPr>
        <p:spPr>
          <a:xfrm>
            <a:off x="15353328" y="25733277"/>
            <a:ext cx="14300387" cy="897605"/>
          </a:xfrm>
          <a:prstGeom prst="rect">
            <a:avLst/>
          </a:prstGeom>
        </p:spPr>
        <p:txBody>
          <a:bodyPr wrap="square" lIns="223877" tIns="223877" rIns="223877" bIns="223877">
            <a:spAutoFit/>
          </a:bodyPr>
          <a:lstStyle>
            <a:lvl1pPr marL="0" indent="0">
              <a:buNone/>
              <a:defRPr sz="2800">
                <a:solidFill>
                  <a:schemeClr val="accent5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1455191" indent="-559688">
              <a:defRPr sz="2500">
                <a:latin typeface="Trebuchet MS" pitchFamily="34" charset="0"/>
              </a:defRPr>
            </a:lvl2pPr>
            <a:lvl3pPr marL="2014879" indent="-559688">
              <a:defRPr sz="2500">
                <a:latin typeface="Trebuchet MS" pitchFamily="34" charset="0"/>
              </a:defRPr>
            </a:lvl3pPr>
            <a:lvl4pPr marL="2630537" indent="-615658">
              <a:defRPr sz="2500">
                <a:latin typeface="Trebuchet MS" pitchFamily="34" charset="0"/>
              </a:defRPr>
            </a:lvl4pPr>
            <a:lvl5pPr marL="3078288" indent="-447751">
              <a:defRPr sz="2500">
                <a:latin typeface="Trebuchet MS" pitchFamily="34" charset="0"/>
              </a:defRPr>
            </a:lvl5pPr>
          </a:lstStyle>
          <a:p>
            <a:pPr lvl="0"/>
            <a:r>
              <a:rPr lang="en-US" dirty="0"/>
              <a:t>Type in or paste your text here</a:t>
            </a:r>
          </a:p>
        </p:txBody>
      </p:sp>
    </p:spTree>
    <p:extLst>
      <p:ext uri="{BB962C8B-B14F-4D97-AF65-F5344CB8AC3E}">
        <p14:creationId xmlns:p14="http://schemas.microsoft.com/office/powerpoint/2010/main" val="22471728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270641" y="7005156"/>
            <a:ext cx="25733931" cy="14902051"/>
          </a:xfrm>
        </p:spPr>
        <p:txBody>
          <a:bodyPr anchor="b"/>
          <a:lstStyle>
            <a:lvl1pPr algn="ctr">
              <a:defRPr sz="19865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784402" y="22481887"/>
            <a:ext cx="22706410" cy="10334331"/>
          </a:xfrm>
        </p:spPr>
        <p:txBody>
          <a:bodyPr/>
          <a:lstStyle>
            <a:lvl1pPr marL="0" indent="0" algn="ctr">
              <a:buNone/>
              <a:defRPr sz="7946"/>
            </a:lvl1pPr>
            <a:lvl2pPr marL="1513743" indent="0" algn="ctr">
              <a:buNone/>
              <a:defRPr sz="6622"/>
            </a:lvl2pPr>
            <a:lvl3pPr marL="3027487" indent="0" algn="ctr">
              <a:buNone/>
              <a:defRPr sz="5960"/>
            </a:lvl3pPr>
            <a:lvl4pPr marL="4541230" indent="0" algn="ctr">
              <a:buNone/>
              <a:defRPr sz="5297"/>
            </a:lvl4pPr>
            <a:lvl5pPr marL="6054974" indent="0" algn="ctr">
              <a:buNone/>
              <a:defRPr sz="5297"/>
            </a:lvl5pPr>
            <a:lvl6pPr marL="7568717" indent="0" algn="ctr">
              <a:buNone/>
              <a:defRPr sz="5297"/>
            </a:lvl6pPr>
            <a:lvl7pPr marL="9082461" indent="0" algn="ctr">
              <a:buNone/>
              <a:defRPr sz="5297"/>
            </a:lvl7pPr>
            <a:lvl8pPr marL="10596204" indent="0" algn="ctr">
              <a:buNone/>
              <a:defRPr sz="5297"/>
            </a:lvl8pPr>
            <a:lvl9pPr marL="12109948" indent="0" algn="ctr">
              <a:buNone/>
              <a:defRPr sz="5297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70713F-4B5C-AD41-A9C1-0EDA460603EE}" type="datetimeFigureOut">
              <a:rPr lang="en-US" smtClean="0"/>
              <a:t>10/8/26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B3C1C-7ED1-5E4C-8A37-2117C2A4D5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96556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4764CC4D-40CA-E106-D750-21DA993E4B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03948" y="1560456"/>
            <a:ext cx="16067315" cy="203183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5BC3F14C-E222-62E8-2CB0-3C8B8424E14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36213" y="6884938"/>
            <a:ext cx="14287866" cy="724461"/>
          </a:xfrm>
          <a:prstGeom prst="rect">
            <a:avLst/>
          </a:prstGeom>
          <a:noFill/>
        </p:spPr>
        <p:txBody>
          <a:bodyPr wrap="square" lIns="89551" tIns="89551" rIns="89551" bIns="89551" anchor="ctr" anchorCtr="0">
            <a:spAutoFit/>
          </a:bodyPr>
          <a:lstStyle>
            <a:lvl1pPr marL="0" indent="0" algn="ctr">
              <a:buNone/>
              <a:defRPr sz="3900" b="1" u="sng" baseline="0">
                <a:solidFill>
                  <a:schemeClr val="accent5">
                    <a:lumMod val="50000"/>
                  </a:schemeClr>
                </a:solidFill>
              </a:defRPr>
            </a:lvl1pPr>
          </a:lstStyle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278027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65654" y="10671229"/>
            <a:ext cx="26112371" cy="17805173"/>
          </a:xfrm>
        </p:spPr>
        <p:txBody>
          <a:bodyPr anchor="b"/>
          <a:lstStyle>
            <a:lvl1pPr>
              <a:defRPr sz="19865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65654" y="28644846"/>
            <a:ext cx="26112371" cy="9363320"/>
          </a:xfrm>
        </p:spPr>
        <p:txBody>
          <a:bodyPr/>
          <a:lstStyle>
            <a:lvl1pPr marL="0" indent="0">
              <a:buNone/>
              <a:defRPr sz="7946">
                <a:solidFill>
                  <a:schemeClr val="tx1">
                    <a:tint val="82000"/>
                  </a:schemeClr>
                </a:solidFill>
              </a:defRPr>
            </a:lvl1pPr>
            <a:lvl2pPr marL="1513743" indent="0">
              <a:buNone/>
              <a:defRPr sz="6622">
                <a:solidFill>
                  <a:schemeClr val="tx1">
                    <a:tint val="82000"/>
                  </a:schemeClr>
                </a:solidFill>
              </a:defRPr>
            </a:lvl2pPr>
            <a:lvl3pPr marL="3027487" indent="0">
              <a:buNone/>
              <a:defRPr sz="5960">
                <a:solidFill>
                  <a:schemeClr val="tx1">
                    <a:tint val="82000"/>
                  </a:schemeClr>
                </a:solidFill>
              </a:defRPr>
            </a:lvl3pPr>
            <a:lvl4pPr marL="4541230" indent="0">
              <a:buNone/>
              <a:defRPr sz="5297">
                <a:solidFill>
                  <a:schemeClr val="tx1">
                    <a:tint val="82000"/>
                  </a:schemeClr>
                </a:solidFill>
              </a:defRPr>
            </a:lvl4pPr>
            <a:lvl5pPr marL="6054974" indent="0">
              <a:buNone/>
              <a:defRPr sz="5297">
                <a:solidFill>
                  <a:schemeClr val="tx1">
                    <a:tint val="82000"/>
                  </a:schemeClr>
                </a:solidFill>
              </a:defRPr>
            </a:lvl5pPr>
            <a:lvl6pPr marL="7568717" indent="0">
              <a:buNone/>
              <a:defRPr sz="5297">
                <a:solidFill>
                  <a:schemeClr val="tx1">
                    <a:tint val="82000"/>
                  </a:schemeClr>
                </a:solidFill>
              </a:defRPr>
            </a:lvl6pPr>
            <a:lvl7pPr marL="9082461" indent="0">
              <a:buNone/>
              <a:defRPr sz="5297">
                <a:solidFill>
                  <a:schemeClr val="tx1">
                    <a:tint val="82000"/>
                  </a:schemeClr>
                </a:solidFill>
              </a:defRPr>
            </a:lvl7pPr>
            <a:lvl8pPr marL="10596204" indent="0">
              <a:buNone/>
              <a:defRPr sz="5297">
                <a:solidFill>
                  <a:schemeClr val="tx1">
                    <a:tint val="82000"/>
                  </a:schemeClr>
                </a:solidFill>
              </a:defRPr>
            </a:lvl8pPr>
            <a:lvl9pPr marL="12109948" indent="0">
              <a:buNone/>
              <a:defRPr sz="5297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70713F-4B5C-AD41-A9C1-0EDA460603EE}" type="datetimeFigureOut">
              <a:rPr lang="en-US" smtClean="0"/>
              <a:t>10/8/26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B3C1C-7ED1-5E4C-8A37-2117C2A4D5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99519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081421" y="11394520"/>
            <a:ext cx="12866966" cy="2715859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326826" y="11394520"/>
            <a:ext cx="12866966" cy="2715859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70713F-4B5C-AD41-A9C1-0EDA460603EE}" type="datetimeFigureOut">
              <a:rPr lang="en-US" smtClean="0"/>
              <a:t>10/8/26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B3C1C-7ED1-5E4C-8A37-2117C2A4D5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817469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85364" y="2278913"/>
            <a:ext cx="26112371" cy="827341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85368" y="10492870"/>
            <a:ext cx="12807832" cy="5142393"/>
          </a:xfrm>
        </p:spPr>
        <p:txBody>
          <a:bodyPr anchor="b"/>
          <a:lstStyle>
            <a:lvl1pPr marL="0" indent="0">
              <a:buNone/>
              <a:defRPr sz="7946" b="1"/>
            </a:lvl1pPr>
            <a:lvl2pPr marL="1513743" indent="0">
              <a:buNone/>
              <a:defRPr sz="6622" b="1"/>
            </a:lvl2pPr>
            <a:lvl3pPr marL="3027487" indent="0">
              <a:buNone/>
              <a:defRPr sz="5960" b="1"/>
            </a:lvl3pPr>
            <a:lvl4pPr marL="4541230" indent="0">
              <a:buNone/>
              <a:defRPr sz="5297" b="1"/>
            </a:lvl4pPr>
            <a:lvl5pPr marL="6054974" indent="0">
              <a:buNone/>
              <a:defRPr sz="5297" b="1"/>
            </a:lvl5pPr>
            <a:lvl6pPr marL="7568717" indent="0">
              <a:buNone/>
              <a:defRPr sz="5297" b="1"/>
            </a:lvl6pPr>
            <a:lvl7pPr marL="9082461" indent="0">
              <a:buNone/>
              <a:defRPr sz="5297" b="1"/>
            </a:lvl7pPr>
            <a:lvl8pPr marL="10596204" indent="0">
              <a:buNone/>
              <a:defRPr sz="5297" b="1"/>
            </a:lvl8pPr>
            <a:lvl9pPr marL="12109948" indent="0">
              <a:buNone/>
              <a:defRPr sz="529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085368" y="15635264"/>
            <a:ext cx="12807832" cy="2299711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5326828" y="10492870"/>
            <a:ext cx="12870909" cy="5142393"/>
          </a:xfrm>
        </p:spPr>
        <p:txBody>
          <a:bodyPr anchor="b"/>
          <a:lstStyle>
            <a:lvl1pPr marL="0" indent="0">
              <a:buNone/>
              <a:defRPr sz="7946" b="1"/>
            </a:lvl1pPr>
            <a:lvl2pPr marL="1513743" indent="0">
              <a:buNone/>
              <a:defRPr sz="6622" b="1"/>
            </a:lvl2pPr>
            <a:lvl3pPr marL="3027487" indent="0">
              <a:buNone/>
              <a:defRPr sz="5960" b="1"/>
            </a:lvl3pPr>
            <a:lvl4pPr marL="4541230" indent="0">
              <a:buNone/>
              <a:defRPr sz="5297" b="1"/>
            </a:lvl4pPr>
            <a:lvl5pPr marL="6054974" indent="0">
              <a:buNone/>
              <a:defRPr sz="5297" b="1"/>
            </a:lvl5pPr>
            <a:lvl6pPr marL="7568717" indent="0">
              <a:buNone/>
              <a:defRPr sz="5297" b="1"/>
            </a:lvl6pPr>
            <a:lvl7pPr marL="9082461" indent="0">
              <a:buNone/>
              <a:defRPr sz="5297" b="1"/>
            </a:lvl7pPr>
            <a:lvl8pPr marL="10596204" indent="0">
              <a:buNone/>
              <a:defRPr sz="5297" b="1"/>
            </a:lvl8pPr>
            <a:lvl9pPr marL="12109948" indent="0">
              <a:buNone/>
              <a:defRPr sz="529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5326828" y="15635264"/>
            <a:ext cx="12870909" cy="2299711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70713F-4B5C-AD41-A9C1-0EDA460603EE}" type="datetimeFigureOut">
              <a:rPr lang="en-US" smtClean="0"/>
              <a:t>10/8/26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B3C1C-7ED1-5E4C-8A37-2117C2A4D5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67406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70713F-4B5C-AD41-A9C1-0EDA460603EE}" type="datetimeFigureOut">
              <a:rPr lang="en-US" smtClean="0"/>
              <a:t>10/8/26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B3C1C-7ED1-5E4C-8A37-2117C2A4D5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340203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70713F-4B5C-AD41-A9C1-0EDA460603EE}" type="datetimeFigureOut">
              <a:rPr lang="en-US" smtClean="0"/>
              <a:t>10/8/26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B3C1C-7ED1-5E4C-8A37-2117C2A4D5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27524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85364" y="2853584"/>
            <a:ext cx="9764544" cy="9987545"/>
          </a:xfrm>
        </p:spPr>
        <p:txBody>
          <a:bodyPr anchor="b"/>
          <a:lstStyle>
            <a:lvl1pPr>
              <a:defRPr sz="10595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2870909" y="6162959"/>
            <a:ext cx="15326827" cy="30418415"/>
          </a:xfrm>
        </p:spPr>
        <p:txBody>
          <a:bodyPr/>
          <a:lstStyle>
            <a:lvl1pPr>
              <a:defRPr sz="10595"/>
            </a:lvl1pPr>
            <a:lvl2pPr>
              <a:defRPr sz="9271"/>
            </a:lvl2pPr>
            <a:lvl3pPr>
              <a:defRPr sz="7946"/>
            </a:lvl3pPr>
            <a:lvl4pPr>
              <a:defRPr sz="6622"/>
            </a:lvl4pPr>
            <a:lvl5pPr>
              <a:defRPr sz="6622"/>
            </a:lvl5pPr>
            <a:lvl6pPr>
              <a:defRPr sz="6622"/>
            </a:lvl6pPr>
            <a:lvl7pPr>
              <a:defRPr sz="6622"/>
            </a:lvl7pPr>
            <a:lvl8pPr>
              <a:defRPr sz="6622"/>
            </a:lvl8pPr>
            <a:lvl9pPr>
              <a:defRPr sz="6622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085364" y="12841129"/>
            <a:ext cx="9764544" cy="23789780"/>
          </a:xfrm>
        </p:spPr>
        <p:txBody>
          <a:bodyPr/>
          <a:lstStyle>
            <a:lvl1pPr marL="0" indent="0">
              <a:buNone/>
              <a:defRPr sz="5297"/>
            </a:lvl1pPr>
            <a:lvl2pPr marL="1513743" indent="0">
              <a:buNone/>
              <a:defRPr sz="4635"/>
            </a:lvl2pPr>
            <a:lvl3pPr marL="3027487" indent="0">
              <a:buNone/>
              <a:defRPr sz="3973"/>
            </a:lvl3pPr>
            <a:lvl4pPr marL="4541230" indent="0">
              <a:buNone/>
              <a:defRPr sz="3311"/>
            </a:lvl4pPr>
            <a:lvl5pPr marL="6054974" indent="0">
              <a:buNone/>
              <a:defRPr sz="3311"/>
            </a:lvl5pPr>
            <a:lvl6pPr marL="7568717" indent="0">
              <a:buNone/>
              <a:defRPr sz="3311"/>
            </a:lvl6pPr>
            <a:lvl7pPr marL="9082461" indent="0">
              <a:buNone/>
              <a:defRPr sz="3311"/>
            </a:lvl7pPr>
            <a:lvl8pPr marL="10596204" indent="0">
              <a:buNone/>
              <a:defRPr sz="3311"/>
            </a:lvl8pPr>
            <a:lvl9pPr marL="12109948" indent="0">
              <a:buNone/>
              <a:defRPr sz="331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70713F-4B5C-AD41-A9C1-0EDA460603EE}" type="datetimeFigureOut">
              <a:rPr lang="en-US" smtClean="0"/>
              <a:t>10/8/26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B3C1C-7ED1-5E4C-8A37-2117C2A4D5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393555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85364" y="2853584"/>
            <a:ext cx="9764544" cy="9987545"/>
          </a:xfrm>
        </p:spPr>
        <p:txBody>
          <a:bodyPr anchor="b"/>
          <a:lstStyle>
            <a:lvl1pPr>
              <a:defRPr sz="10595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2870909" y="6162959"/>
            <a:ext cx="15326827" cy="30418415"/>
          </a:xfrm>
        </p:spPr>
        <p:txBody>
          <a:bodyPr anchor="t"/>
          <a:lstStyle>
            <a:lvl1pPr marL="0" indent="0">
              <a:buNone/>
              <a:defRPr sz="10595"/>
            </a:lvl1pPr>
            <a:lvl2pPr marL="1513743" indent="0">
              <a:buNone/>
              <a:defRPr sz="9271"/>
            </a:lvl2pPr>
            <a:lvl3pPr marL="3027487" indent="0">
              <a:buNone/>
              <a:defRPr sz="7946"/>
            </a:lvl3pPr>
            <a:lvl4pPr marL="4541230" indent="0">
              <a:buNone/>
              <a:defRPr sz="6622"/>
            </a:lvl4pPr>
            <a:lvl5pPr marL="6054974" indent="0">
              <a:buNone/>
              <a:defRPr sz="6622"/>
            </a:lvl5pPr>
            <a:lvl6pPr marL="7568717" indent="0">
              <a:buNone/>
              <a:defRPr sz="6622"/>
            </a:lvl6pPr>
            <a:lvl7pPr marL="9082461" indent="0">
              <a:buNone/>
              <a:defRPr sz="6622"/>
            </a:lvl7pPr>
            <a:lvl8pPr marL="10596204" indent="0">
              <a:buNone/>
              <a:defRPr sz="6622"/>
            </a:lvl8pPr>
            <a:lvl9pPr marL="12109948" indent="0">
              <a:buNone/>
              <a:defRPr sz="6622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085364" y="12841129"/>
            <a:ext cx="9764544" cy="23789780"/>
          </a:xfrm>
        </p:spPr>
        <p:txBody>
          <a:bodyPr/>
          <a:lstStyle>
            <a:lvl1pPr marL="0" indent="0">
              <a:buNone/>
              <a:defRPr sz="5297"/>
            </a:lvl1pPr>
            <a:lvl2pPr marL="1513743" indent="0">
              <a:buNone/>
              <a:defRPr sz="4635"/>
            </a:lvl2pPr>
            <a:lvl3pPr marL="3027487" indent="0">
              <a:buNone/>
              <a:defRPr sz="3973"/>
            </a:lvl3pPr>
            <a:lvl4pPr marL="4541230" indent="0">
              <a:buNone/>
              <a:defRPr sz="3311"/>
            </a:lvl4pPr>
            <a:lvl5pPr marL="6054974" indent="0">
              <a:buNone/>
              <a:defRPr sz="3311"/>
            </a:lvl5pPr>
            <a:lvl6pPr marL="7568717" indent="0">
              <a:buNone/>
              <a:defRPr sz="3311"/>
            </a:lvl6pPr>
            <a:lvl7pPr marL="9082461" indent="0">
              <a:buNone/>
              <a:defRPr sz="3311"/>
            </a:lvl7pPr>
            <a:lvl8pPr marL="10596204" indent="0">
              <a:buNone/>
              <a:defRPr sz="3311"/>
            </a:lvl8pPr>
            <a:lvl9pPr marL="12109948" indent="0">
              <a:buNone/>
              <a:defRPr sz="331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70713F-4B5C-AD41-A9C1-0EDA460603EE}" type="datetimeFigureOut">
              <a:rPr lang="en-US" smtClean="0"/>
              <a:t>10/8/26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B3C1C-7ED1-5E4C-8A37-2117C2A4D5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35509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70713F-4B5C-AD41-A9C1-0EDA460603EE}" type="datetimeFigureOut">
              <a:rPr lang="en-US" smtClean="0"/>
              <a:t>10/8/26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B3C1C-7ED1-5E4C-8A37-2117C2A4D5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055995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1665701" y="2278904"/>
            <a:ext cx="6528093" cy="3627421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081423" y="2278904"/>
            <a:ext cx="19205838" cy="36274211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70713F-4B5C-AD41-A9C1-0EDA460603EE}" type="datetimeFigureOut">
              <a:rPr lang="en-US" smtClean="0"/>
              <a:t>10/8/26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B3C1C-7ED1-5E4C-8A37-2117C2A4D5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871697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081421" y="2278913"/>
            <a:ext cx="26112371" cy="82734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81421" y="11394520"/>
            <a:ext cx="26112371" cy="2715859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081421" y="39672756"/>
            <a:ext cx="6811923" cy="227890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397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E70713F-4B5C-AD41-A9C1-0EDA460603EE}" type="datetimeFigureOut">
              <a:rPr lang="en-US" smtClean="0"/>
              <a:t>10/8/26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0028665" y="39672756"/>
            <a:ext cx="10217884" cy="227890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397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1381869" y="39672756"/>
            <a:ext cx="6811923" cy="227890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397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D4B3C1C-7ED1-5E4C-8A37-2117C2A4D5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83162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61" r:id="rId2"/>
    <p:sldLayoutId id="2147483672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  <p:sldLayoutId id="2147483669" r:id="rId10"/>
    <p:sldLayoutId id="2147483670" r:id="rId11"/>
    <p:sldLayoutId id="2147483671" r:id="rId12"/>
  </p:sldLayoutIdLst>
  <p:txStyles>
    <p:titleStyle>
      <a:lvl1pPr algn="l" defTabSz="3027487" rtl="0" eaLnBrk="1" latinLnBrk="0" hangingPunct="1">
        <a:lnSpc>
          <a:spcPct val="90000"/>
        </a:lnSpc>
        <a:spcBef>
          <a:spcPct val="0"/>
        </a:spcBef>
        <a:buNone/>
        <a:defRPr sz="14568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756872" indent="-756872" algn="l" defTabSz="3027487" rtl="0" eaLnBrk="1" latinLnBrk="0" hangingPunct="1">
        <a:lnSpc>
          <a:spcPct val="90000"/>
        </a:lnSpc>
        <a:spcBef>
          <a:spcPts val="3311"/>
        </a:spcBef>
        <a:buFont typeface="Arial" panose="020B0604020202020204" pitchFamily="34" charset="0"/>
        <a:buChar char="•"/>
        <a:defRPr sz="9271" kern="1200">
          <a:solidFill>
            <a:schemeClr val="tx1"/>
          </a:solidFill>
          <a:latin typeface="+mn-lt"/>
          <a:ea typeface="+mn-ea"/>
          <a:cs typeface="+mn-cs"/>
        </a:defRPr>
      </a:lvl1pPr>
      <a:lvl2pPr marL="2270615" indent="-756872" algn="l" defTabSz="3027487" rtl="0" eaLnBrk="1" latinLnBrk="0" hangingPunct="1">
        <a:lnSpc>
          <a:spcPct val="90000"/>
        </a:lnSpc>
        <a:spcBef>
          <a:spcPts val="1655"/>
        </a:spcBef>
        <a:buFont typeface="Arial" panose="020B0604020202020204" pitchFamily="34" charset="0"/>
        <a:buChar char="•"/>
        <a:defRPr sz="7946" kern="1200">
          <a:solidFill>
            <a:schemeClr val="tx1"/>
          </a:solidFill>
          <a:latin typeface="+mn-lt"/>
          <a:ea typeface="+mn-ea"/>
          <a:cs typeface="+mn-cs"/>
        </a:defRPr>
      </a:lvl2pPr>
      <a:lvl3pPr marL="3784359" indent="-756872" algn="l" defTabSz="3027487" rtl="0" eaLnBrk="1" latinLnBrk="0" hangingPunct="1">
        <a:lnSpc>
          <a:spcPct val="90000"/>
        </a:lnSpc>
        <a:spcBef>
          <a:spcPts val="1655"/>
        </a:spcBef>
        <a:buFont typeface="Arial" panose="020B0604020202020204" pitchFamily="34" charset="0"/>
        <a:buChar char="•"/>
        <a:defRPr sz="6622" kern="1200">
          <a:solidFill>
            <a:schemeClr val="tx1"/>
          </a:solidFill>
          <a:latin typeface="+mn-lt"/>
          <a:ea typeface="+mn-ea"/>
          <a:cs typeface="+mn-cs"/>
        </a:defRPr>
      </a:lvl3pPr>
      <a:lvl4pPr marL="5298102" indent="-756872" algn="l" defTabSz="3027487" rtl="0" eaLnBrk="1" latinLnBrk="0" hangingPunct="1">
        <a:lnSpc>
          <a:spcPct val="90000"/>
        </a:lnSpc>
        <a:spcBef>
          <a:spcPts val="1655"/>
        </a:spcBef>
        <a:buFont typeface="Arial" panose="020B0604020202020204" pitchFamily="34" charset="0"/>
        <a:buChar char="•"/>
        <a:defRPr sz="5960" kern="1200">
          <a:solidFill>
            <a:schemeClr val="tx1"/>
          </a:solidFill>
          <a:latin typeface="+mn-lt"/>
          <a:ea typeface="+mn-ea"/>
          <a:cs typeface="+mn-cs"/>
        </a:defRPr>
      </a:lvl4pPr>
      <a:lvl5pPr marL="6811846" indent="-756872" algn="l" defTabSz="3027487" rtl="0" eaLnBrk="1" latinLnBrk="0" hangingPunct="1">
        <a:lnSpc>
          <a:spcPct val="90000"/>
        </a:lnSpc>
        <a:spcBef>
          <a:spcPts val="1655"/>
        </a:spcBef>
        <a:buFont typeface="Arial" panose="020B0604020202020204" pitchFamily="34" charset="0"/>
        <a:buChar char="•"/>
        <a:defRPr sz="5960" kern="1200">
          <a:solidFill>
            <a:schemeClr val="tx1"/>
          </a:solidFill>
          <a:latin typeface="+mn-lt"/>
          <a:ea typeface="+mn-ea"/>
          <a:cs typeface="+mn-cs"/>
        </a:defRPr>
      </a:lvl5pPr>
      <a:lvl6pPr marL="8325589" indent="-756872" algn="l" defTabSz="3027487" rtl="0" eaLnBrk="1" latinLnBrk="0" hangingPunct="1">
        <a:lnSpc>
          <a:spcPct val="90000"/>
        </a:lnSpc>
        <a:spcBef>
          <a:spcPts val="1655"/>
        </a:spcBef>
        <a:buFont typeface="Arial" panose="020B0604020202020204" pitchFamily="34" charset="0"/>
        <a:buChar char="•"/>
        <a:defRPr sz="5960" kern="1200">
          <a:solidFill>
            <a:schemeClr val="tx1"/>
          </a:solidFill>
          <a:latin typeface="+mn-lt"/>
          <a:ea typeface="+mn-ea"/>
          <a:cs typeface="+mn-cs"/>
        </a:defRPr>
      </a:lvl6pPr>
      <a:lvl7pPr marL="9839333" indent="-756872" algn="l" defTabSz="3027487" rtl="0" eaLnBrk="1" latinLnBrk="0" hangingPunct="1">
        <a:lnSpc>
          <a:spcPct val="90000"/>
        </a:lnSpc>
        <a:spcBef>
          <a:spcPts val="1655"/>
        </a:spcBef>
        <a:buFont typeface="Arial" panose="020B0604020202020204" pitchFamily="34" charset="0"/>
        <a:buChar char="•"/>
        <a:defRPr sz="5960" kern="1200">
          <a:solidFill>
            <a:schemeClr val="tx1"/>
          </a:solidFill>
          <a:latin typeface="+mn-lt"/>
          <a:ea typeface="+mn-ea"/>
          <a:cs typeface="+mn-cs"/>
        </a:defRPr>
      </a:lvl7pPr>
      <a:lvl8pPr marL="11353076" indent="-756872" algn="l" defTabSz="3027487" rtl="0" eaLnBrk="1" latinLnBrk="0" hangingPunct="1">
        <a:lnSpc>
          <a:spcPct val="90000"/>
        </a:lnSpc>
        <a:spcBef>
          <a:spcPts val="1655"/>
        </a:spcBef>
        <a:buFont typeface="Arial" panose="020B0604020202020204" pitchFamily="34" charset="0"/>
        <a:buChar char="•"/>
        <a:defRPr sz="5960" kern="1200">
          <a:solidFill>
            <a:schemeClr val="tx1"/>
          </a:solidFill>
          <a:latin typeface="+mn-lt"/>
          <a:ea typeface="+mn-ea"/>
          <a:cs typeface="+mn-cs"/>
        </a:defRPr>
      </a:lvl8pPr>
      <a:lvl9pPr marL="12866820" indent="-756872" algn="l" defTabSz="3027487" rtl="0" eaLnBrk="1" latinLnBrk="0" hangingPunct="1">
        <a:lnSpc>
          <a:spcPct val="90000"/>
        </a:lnSpc>
        <a:spcBef>
          <a:spcPts val="1655"/>
        </a:spcBef>
        <a:buFont typeface="Arial" panose="020B0604020202020204" pitchFamily="34" charset="0"/>
        <a:buChar char="•"/>
        <a:defRPr sz="596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027487" rtl="0" eaLnBrk="1" latinLnBrk="0" hangingPunct="1">
        <a:defRPr sz="5960" kern="1200">
          <a:solidFill>
            <a:schemeClr val="tx1"/>
          </a:solidFill>
          <a:latin typeface="+mn-lt"/>
          <a:ea typeface="+mn-ea"/>
          <a:cs typeface="+mn-cs"/>
        </a:defRPr>
      </a:lvl1pPr>
      <a:lvl2pPr marL="1513743" algn="l" defTabSz="3027487" rtl="0" eaLnBrk="1" latinLnBrk="0" hangingPunct="1">
        <a:defRPr sz="5960" kern="1200">
          <a:solidFill>
            <a:schemeClr val="tx1"/>
          </a:solidFill>
          <a:latin typeface="+mn-lt"/>
          <a:ea typeface="+mn-ea"/>
          <a:cs typeface="+mn-cs"/>
        </a:defRPr>
      </a:lvl2pPr>
      <a:lvl3pPr marL="3027487" algn="l" defTabSz="3027487" rtl="0" eaLnBrk="1" latinLnBrk="0" hangingPunct="1">
        <a:defRPr sz="5960" kern="1200">
          <a:solidFill>
            <a:schemeClr val="tx1"/>
          </a:solidFill>
          <a:latin typeface="+mn-lt"/>
          <a:ea typeface="+mn-ea"/>
          <a:cs typeface="+mn-cs"/>
        </a:defRPr>
      </a:lvl3pPr>
      <a:lvl4pPr marL="4541230" algn="l" defTabSz="3027487" rtl="0" eaLnBrk="1" latinLnBrk="0" hangingPunct="1">
        <a:defRPr sz="5960" kern="1200">
          <a:solidFill>
            <a:schemeClr val="tx1"/>
          </a:solidFill>
          <a:latin typeface="+mn-lt"/>
          <a:ea typeface="+mn-ea"/>
          <a:cs typeface="+mn-cs"/>
        </a:defRPr>
      </a:lvl4pPr>
      <a:lvl5pPr marL="6054974" algn="l" defTabSz="3027487" rtl="0" eaLnBrk="1" latinLnBrk="0" hangingPunct="1">
        <a:defRPr sz="5960" kern="1200">
          <a:solidFill>
            <a:schemeClr val="tx1"/>
          </a:solidFill>
          <a:latin typeface="+mn-lt"/>
          <a:ea typeface="+mn-ea"/>
          <a:cs typeface="+mn-cs"/>
        </a:defRPr>
      </a:lvl5pPr>
      <a:lvl6pPr marL="7568717" algn="l" defTabSz="3027487" rtl="0" eaLnBrk="1" latinLnBrk="0" hangingPunct="1">
        <a:defRPr sz="5960" kern="1200">
          <a:solidFill>
            <a:schemeClr val="tx1"/>
          </a:solidFill>
          <a:latin typeface="+mn-lt"/>
          <a:ea typeface="+mn-ea"/>
          <a:cs typeface="+mn-cs"/>
        </a:defRPr>
      </a:lvl6pPr>
      <a:lvl7pPr marL="9082461" algn="l" defTabSz="3027487" rtl="0" eaLnBrk="1" latinLnBrk="0" hangingPunct="1">
        <a:defRPr sz="5960" kern="1200">
          <a:solidFill>
            <a:schemeClr val="tx1"/>
          </a:solidFill>
          <a:latin typeface="+mn-lt"/>
          <a:ea typeface="+mn-ea"/>
          <a:cs typeface="+mn-cs"/>
        </a:defRPr>
      </a:lvl7pPr>
      <a:lvl8pPr marL="10596204" algn="l" defTabSz="3027487" rtl="0" eaLnBrk="1" latinLnBrk="0" hangingPunct="1">
        <a:defRPr sz="5960" kern="1200">
          <a:solidFill>
            <a:schemeClr val="tx1"/>
          </a:solidFill>
          <a:latin typeface="+mn-lt"/>
          <a:ea typeface="+mn-ea"/>
          <a:cs typeface="+mn-cs"/>
        </a:defRPr>
      </a:lvl8pPr>
      <a:lvl9pPr marL="12109948" algn="l" defTabSz="3027487" rtl="0" eaLnBrk="1" latinLnBrk="0" hangingPunct="1">
        <a:defRPr sz="596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Relationship Id="rId12" Type="http://schemas.openxmlformats.org/officeDocument/2006/relationships/image" Target="../media/image11.png"/><Relationship Id="rId13" Type="http://schemas.openxmlformats.org/officeDocument/2006/relationships/image" Target="../media/image12.png"/><Relationship Id="rId14" Type="http://schemas.openxmlformats.org/officeDocument/2006/relationships/image" Target="../media/image13.png"/><Relationship Id="rId15" Type="http://schemas.openxmlformats.org/officeDocument/2006/relationships/image" Target="../media/image14.png"/><Relationship Id="rId16" Type="http://schemas.openxmlformats.org/officeDocument/2006/relationships/image" Target="../media/image15.png"/><Relationship Id="rId17" Type="http://schemas.openxmlformats.org/officeDocument/2006/relationships/image" Target="../media/image16.png"/><Relationship Id="rId18" Type="http://schemas.openxmlformats.org/officeDocument/2006/relationships/image" Target="../media/image17.png"/><Relationship Id="rId19" Type="http://schemas.openxmlformats.org/officeDocument/2006/relationships/image" Target="../media/image18.png"/><Relationship Id="rId20" Type="http://schemas.openxmlformats.org/officeDocument/2006/relationships/image" Target="../media/image19.png"/><Relationship Id="rId21" Type="http://schemas.openxmlformats.org/officeDocument/2006/relationships/image" Target="../media/image20.png"/><Relationship Id="rId22" Type="http://schemas.openxmlformats.org/officeDocument/2006/relationships/image" Target="../media/image21.png"/><Relationship Id="rId23" Type="http://schemas.openxmlformats.org/officeDocument/2006/relationships/image" Target="../media/image22.png"/><Relationship Id="rId24" Type="http://schemas.openxmlformats.org/officeDocument/2006/relationships/image" Target="../media/image23.png"/><Relationship Id="rId25" Type="http://schemas.openxmlformats.org/officeDocument/2006/relationships/image" Target="../media/image24.png"/><Relationship Id="rId26" Type="http://schemas.openxmlformats.org/officeDocument/2006/relationships/image" Target="../media/image25.png"/><Relationship Id="rId27" Type="http://schemas.openxmlformats.org/officeDocument/2006/relationships/image" Target="../media/image26.png"/><Relationship Id="rId28" Type="http://schemas.openxmlformats.org/officeDocument/2006/relationships/image" Target="../media/image27.png"/><Relationship Id="rId29" Type="http://schemas.openxmlformats.org/officeDocument/2006/relationships/image" Target="../media/image2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BBAE24B3-6CAF-FFBF-565C-DC77E8B2EBD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40080" y="6949440"/>
            <a:ext cx="45720" cy="45720"/>
          </a:xfrm>
        </p:spPr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0380ED4-BDC9-974B-CC52-F6BB7C473CD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40080" y="6858000"/>
            <a:ext cx="14264640" cy="731520"/>
          </a:xfrm>
          <a:solidFill>
            <a:srgbClr val="C00000"/>
          </a:solidFill>
        </p:spPr>
        <p:txBody>
          <a:bodyPr wrap="square" anchor="ctr" lIns="73152" rIns="73152" tIns="27432" bIns="27432"/>
          <a:lstStyle/>
          <a:p>
            <a:pPr algn="ctr">
              <a:spcBef>
                <a:spcPts val="0"/>
              </a:spcBef>
              <a:spcAft>
                <a:spcPts val="650"/>
              </a:spcAft>
            </a:pPr>
            <a:r>
              <a:rPr sz="3800" b="1" i="0" u="none">
                <a:solidFill>
                  <a:srgbClr val="FFFFFF"/>
                </a:solidFill>
                <a:latin typeface="Arial"/>
              </a:rPr>
              <a:t>Abstract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2378EA6-312C-ECEF-59B9-E36348719ACD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40080" y="13030200"/>
            <a:ext cx="14264640" cy="731520"/>
          </a:xfrm>
          <a:solidFill>
            <a:srgbClr val="C00000"/>
          </a:solidFill>
        </p:spPr>
        <p:txBody>
          <a:bodyPr wrap="square" anchor="ctr" lIns="73152" rIns="73152" tIns="27432" bIns="27432"/>
          <a:lstStyle/>
          <a:p>
            <a:pPr algn="ctr">
              <a:spcBef>
                <a:spcPts val="0"/>
              </a:spcBef>
              <a:spcAft>
                <a:spcPts val="650"/>
              </a:spcAft>
            </a:pPr>
            <a:r>
              <a:rPr sz="3800" b="1" i="0" u="none">
                <a:solidFill>
                  <a:srgbClr val="FFFFFF"/>
                </a:solidFill>
                <a:latin typeface="Arial"/>
              </a:rPr>
              <a:t>Objectives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E303FC3-EF78-0195-9E8A-80D1DD3BF3A7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15361920" y="6858000"/>
            <a:ext cx="14264640" cy="731520"/>
          </a:xfrm>
          <a:solidFill>
            <a:srgbClr val="C00000"/>
          </a:solidFill>
        </p:spPr>
        <p:txBody>
          <a:bodyPr wrap="square" anchor="ctr" lIns="73152" rIns="73152" tIns="27432" bIns="27432"/>
          <a:lstStyle/>
          <a:p>
            <a:pPr algn="ctr">
              <a:spcBef>
                <a:spcPts val="0"/>
              </a:spcBef>
              <a:spcAft>
                <a:spcPts val="650"/>
              </a:spcAft>
            </a:pPr>
            <a:r>
              <a:rPr sz="3800" b="1" i="0" u="none">
                <a:solidFill>
                  <a:srgbClr val="FFFFFF"/>
                </a:solidFill>
                <a:latin typeface="Arial"/>
              </a:rPr>
              <a:t>Proposed Methodology / System Architecture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7492D2A-3855-86DB-BA68-CFA9AC77BE13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40080" y="6949440"/>
            <a:ext cx="45720" cy="4572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2283505F-57B0-D147-C007-1439ADEC2380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18196560" y="29809440"/>
            <a:ext cx="6629400" cy="731520"/>
          </a:xfrm>
          <a:solidFill>
            <a:srgbClr val="C00000"/>
          </a:solidFill>
        </p:spPr>
        <p:txBody>
          <a:bodyPr wrap="square" anchor="ctr" lIns="73152" rIns="73152" tIns="27432" bIns="27432"/>
          <a:lstStyle/>
          <a:p>
            <a:pPr algn="ctr">
              <a:spcBef>
                <a:spcPts val="0"/>
              </a:spcBef>
              <a:spcAft>
                <a:spcPts val="650"/>
              </a:spcAft>
            </a:pPr>
            <a:r>
              <a:rPr sz="3800" b="1" i="0" u="none">
                <a:solidFill>
                  <a:srgbClr val="FFFFFF"/>
                </a:solidFill>
                <a:latin typeface="Arial"/>
              </a:rPr>
              <a:t>References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5050C502-46E2-231E-BC5F-71BFDCE1817F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640080" y="6949440"/>
            <a:ext cx="45720" cy="4572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399D4F33-A05F-99BA-67E6-198CD7C00D95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25008839" y="29809440"/>
            <a:ext cx="4617720" cy="731520"/>
          </a:xfrm>
          <a:solidFill>
            <a:srgbClr val="C00000"/>
          </a:solidFill>
        </p:spPr>
        <p:txBody>
          <a:bodyPr wrap="square" anchor="ctr" lIns="73152" rIns="73152" tIns="27432" bIns="27432"/>
          <a:lstStyle/>
          <a:p>
            <a:pPr algn="ctr">
              <a:spcBef>
                <a:spcPts val="0"/>
              </a:spcBef>
              <a:spcAft>
                <a:spcPts val="650"/>
              </a:spcAft>
            </a:pPr>
            <a:r>
              <a:rPr sz="3800" b="1" i="0" u="none">
                <a:solidFill>
                  <a:srgbClr val="FFFFFF"/>
                </a:solidFill>
                <a:latin typeface="Arial"/>
              </a:rPr>
              <a:t>Team Details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6238FB74-198A-E802-6D4E-35526CA7C4CE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640080" y="6949440"/>
            <a:ext cx="45720" cy="45720"/>
          </a:xfrm>
        </p:spPr>
        <p:txBody>
          <a:bodyPr/>
          <a:lstStyle/>
          <a:p/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E8FAAD1-9D6D-0FFA-5F80-F5B6C776031C}"/>
              </a:ext>
            </a:extLst>
          </p:cNvPr>
          <p:cNvSpPr>
            <a:spLocks noGrp="1"/>
          </p:cNvSpPr>
          <p:nvPr>
            <p:ph type="body" sz="quarter" idx="96"/>
          </p:nvPr>
        </p:nvSpPr>
        <p:spPr>
          <a:xfrm>
            <a:off x="640080" y="6949440"/>
            <a:ext cx="45720" cy="45720"/>
          </a:xfrm>
        </p:spPr>
        <p:txBody>
          <a:bodyPr/>
          <a:lstStyle/>
          <a:p>
            <a:endParaRPr lang="en-US"/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077E7D37-4ADD-B411-5745-64B80A6DFF3E}"/>
              </a:ext>
            </a:extLst>
          </p:cNvPr>
          <p:cNvSpPr>
            <a:spLocks noGrp="1"/>
          </p:cNvSpPr>
          <p:nvPr>
            <p:ph type="body" sz="quarter" idx="153"/>
          </p:nvPr>
        </p:nvSpPr>
        <p:spPr>
          <a:xfrm>
            <a:off x="6035040" y="1005840"/>
            <a:ext cx="19568160" cy="3108960"/>
          </a:xfrm>
        </p:spPr>
        <p:txBody>
          <a:bodyPr wrap="square" anchor="t" lIns="73152" rIns="73152" tIns="27432" bIns="27432"/>
          <a:lstStyle/>
          <a:p>
            <a:pPr algn="ctr">
              <a:spcBef>
                <a:spcPts val="0"/>
              </a:spcBef>
              <a:spcAft>
                <a:spcPts val="104"/>
              </a:spcAft>
            </a:pPr>
            <a:r>
              <a:rPr sz="9600" b="1" i="0" u="none">
                <a:solidFill>
                  <a:srgbClr val="002060"/>
                </a:solidFill>
                <a:latin typeface="Arial"/>
              </a:rPr>
              <a:t>QueryGenie</a:t>
            </a:r>
          </a:p>
          <a:p>
            <a:pPr algn="ctr">
              <a:spcBef>
                <a:spcPts val="0"/>
              </a:spcBef>
              <a:spcAft>
                <a:spcPts val="104"/>
              </a:spcAft>
            </a:pPr>
            <a:r>
              <a:rPr sz="4000" b="0" i="0" u="none">
                <a:solidFill>
                  <a:srgbClr val="002060"/>
                </a:solidFill>
                <a:latin typeface="Arial"/>
              </a:rPr>
              <a:t>A Self-Correcting, Confidence-Aware Natural Language to SQL Interface</a:t>
            </a:r>
          </a:p>
          <a:p>
            <a:pPr algn="ctr">
              <a:spcBef>
                <a:spcPts val="0"/>
              </a:spcBef>
              <a:spcAft>
                <a:spcPts val="104"/>
              </a:spcAft>
            </a:pPr>
            <a:r>
              <a:rPr sz="2700" b="0" i="1" u="none">
                <a:solidFill>
                  <a:srgbClr val="4B5563"/>
                </a:solidFill>
                <a:latin typeface="Arial"/>
              </a:rPr>
              <a:t>Ask a database in plain English — and be told when the answer can't be trusted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31925E26-3D5F-FD61-C041-F736D92C1EDE}"/>
              </a:ext>
            </a:extLst>
          </p:cNvPr>
          <p:cNvSpPr>
            <a:spLocks noGrp="1"/>
          </p:cNvSpPr>
          <p:nvPr>
            <p:ph type="body" sz="quarter" idx="154"/>
          </p:nvPr>
        </p:nvSpPr>
        <p:spPr>
          <a:xfrm>
            <a:off x="640080" y="29809440"/>
            <a:ext cx="17373600" cy="731520"/>
          </a:xfrm>
          <a:solidFill>
            <a:srgbClr val="C00000"/>
          </a:solidFill>
        </p:spPr>
        <p:txBody>
          <a:bodyPr wrap="square" anchor="ctr" lIns="73152" rIns="73152" tIns="27432" bIns="27432"/>
          <a:lstStyle/>
          <a:p>
            <a:pPr algn="ctr">
              <a:spcBef>
                <a:spcPts val="0"/>
              </a:spcBef>
              <a:spcAft>
                <a:spcPts val="650"/>
              </a:spcAft>
            </a:pPr>
            <a:r>
              <a:rPr sz="3800" b="1" i="0" u="none">
                <a:solidFill>
                  <a:srgbClr val="FFFFFF"/>
                </a:solidFill>
                <a:latin typeface="Arial"/>
              </a:rPr>
              <a:t>Experimental Results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700095B5-184C-4621-241F-6E501731F4AA}"/>
              </a:ext>
            </a:extLst>
          </p:cNvPr>
          <p:cNvSpPr>
            <a:spLocks noGrp="1"/>
          </p:cNvSpPr>
          <p:nvPr>
            <p:ph type="body" sz="quarter" idx="155"/>
          </p:nvPr>
        </p:nvSpPr>
        <p:spPr>
          <a:xfrm>
            <a:off x="640080" y="6949440"/>
            <a:ext cx="45720" cy="45720"/>
          </a:xfrm>
        </p:spPr>
        <p:txBody>
          <a:bodyPr/>
          <a:lstStyle/>
          <a:p>
            <a:endParaRPr lang="en-US" dirty="0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0FB54E70-3F09-D332-907A-A69C3F44B9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3691" y="1195278"/>
            <a:ext cx="5051364" cy="1859917"/>
          </a:xfrm>
          <a:prstGeom prst="rect">
            <a:avLst/>
          </a:prstGeom>
        </p:spPr>
      </p:pic>
      <p:sp>
        <p:nvSpPr>
          <p:cNvPr id="19" name="Rectangle 18">
            <a:extLst>
              <a:ext uri="{FF2B5EF4-FFF2-40B4-BE49-F238E27FC236}">
                <a16:creationId xmlns:a16="http://schemas.microsoft.com/office/drawing/2014/main" id="{D91D1E30-4CB1-0118-0883-B370DAD87939}"/>
              </a:ext>
            </a:extLst>
          </p:cNvPr>
          <p:cNvSpPr/>
          <p:nvPr/>
        </p:nvSpPr>
        <p:spPr>
          <a:xfrm>
            <a:off x="-1" y="42003496"/>
            <a:ext cx="30275213" cy="80026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b="1" dirty="0">
                <a:solidFill>
                  <a:schemeClr val="tx1"/>
                </a:solidFill>
                <a:latin typeface="Arial"/>
              </a:rPr>
              <a:t>Department of Computer Science and Information Technology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2EA968B0-F23F-1CB8-E525-D45C1F1DD8C8}"/>
              </a:ext>
            </a:extLst>
          </p:cNvPr>
          <p:cNvGrpSpPr/>
          <p:nvPr/>
        </p:nvGrpSpPr>
        <p:grpSpPr>
          <a:xfrm>
            <a:off x="623691" y="5045569"/>
            <a:ext cx="29013394" cy="203459"/>
            <a:chOff x="5297214" y="5869884"/>
            <a:chExt cx="3874494" cy="78971"/>
          </a:xfrm>
        </p:grpSpPr>
        <p:sp>
          <p:nvSpPr>
            <p:cNvPr id="21" name="Rounded Rectangle 20">
              <a:extLst>
                <a:ext uri="{FF2B5EF4-FFF2-40B4-BE49-F238E27FC236}">
                  <a16:creationId xmlns:a16="http://schemas.microsoft.com/office/drawing/2014/main" id="{62A849BB-57EB-3B07-9045-6D992A2C1BB8}"/>
                </a:ext>
              </a:extLst>
            </p:cNvPr>
            <p:cNvSpPr/>
            <p:nvPr/>
          </p:nvSpPr>
          <p:spPr>
            <a:xfrm>
              <a:off x="5297214" y="5875283"/>
              <a:ext cx="798786" cy="73572"/>
            </a:xfrm>
            <a:prstGeom prst="roundRect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b="1"/>
            </a:p>
          </p:txBody>
        </p:sp>
        <p:sp>
          <p:nvSpPr>
            <p:cNvPr id="22" name="Rounded Rectangle 21">
              <a:extLst>
                <a:ext uri="{FF2B5EF4-FFF2-40B4-BE49-F238E27FC236}">
                  <a16:creationId xmlns:a16="http://schemas.microsoft.com/office/drawing/2014/main" id="{96ABFFEB-9857-207A-093B-83A088610716}"/>
                </a:ext>
              </a:extLst>
            </p:cNvPr>
            <p:cNvSpPr/>
            <p:nvPr/>
          </p:nvSpPr>
          <p:spPr>
            <a:xfrm>
              <a:off x="6322450" y="5875283"/>
              <a:ext cx="798786" cy="73572"/>
            </a:xfrm>
            <a:prstGeom prst="roundRect">
              <a:avLst/>
            </a:prstGeom>
            <a:solidFill>
              <a:srgbClr val="0070C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b="1"/>
            </a:p>
          </p:txBody>
        </p:sp>
        <p:sp>
          <p:nvSpPr>
            <p:cNvPr id="23" name="Rounded Rectangle 22">
              <a:extLst>
                <a:ext uri="{FF2B5EF4-FFF2-40B4-BE49-F238E27FC236}">
                  <a16:creationId xmlns:a16="http://schemas.microsoft.com/office/drawing/2014/main" id="{CABAA8FC-E2ED-F8A9-D777-1432EBA0830F}"/>
                </a:ext>
              </a:extLst>
            </p:cNvPr>
            <p:cNvSpPr/>
            <p:nvPr/>
          </p:nvSpPr>
          <p:spPr>
            <a:xfrm>
              <a:off x="7347686" y="5869884"/>
              <a:ext cx="798786" cy="73572"/>
            </a:xfrm>
            <a:prstGeom prst="roundRect">
              <a:avLst/>
            </a:pr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b="1"/>
            </a:p>
          </p:txBody>
        </p:sp>
        <p:sp>
          <p:nvSpPr>
            <p:cNvPr id="24" name="Rounded Rectangle 23">
              <a:extLst>
                <a:ext uri="{FF2B5EF4-FFF2-40B4-BE49-F238E27FC236}">
                  <a16:creationId xmlns:a16="http://schemas.microsoft.com/office/drawing/2014/main" id="{F92808BA-82AF-3250-3679-A73FE7DAD85C}"/>
                </a:ext>
              </a:extLst>
            </p:cNvPr>
            <p:cNvSpPr/>
            <p:nvPr/>
          </p:nvSpPr>
          <p:spPr>
            <a:xfrm>
              <a:off x="8372922" y="5869884"/>
              <a:ext cx="798786" cy="73572"/>
            </a:xfrm>
            <a:prstGeom prst="roundRect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b="1"/>
            </a:p>
          </p:txBody>
        </p: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9EC58C13-E2F0-38F2-BE1B-7BB99133B9E5}"/>
              </a:ext>
            </a:extLst>
          </p:cNvPr>
          <p:cNvSpPr txBox="1"/>
          <p:nvPr/>
        </p:nvSpPr>
        <p:spPr>
          <a:xfrm>
            <a:off x="2202874" y="4405744"/>
            <a:ext cx="278476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solidFill>
                  <a:srgbClr val="002060"/>
                </a:solidFill>
                <a:latin typeface="Arial"/>
              </a:rPr>
              <a:t>STUDENTS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14D8927-421D-132B-30DD-C0DECF1225BE}"/>
              </a:ext>
            </a:extLst>
          </p:cNvPr>
          <p:cNvSpPr txBox="1"/>
          <p:nvPr/>
        </p:nvSpPr>
        <p:spPr>
          <a:xfrm>
            <a:off x="9712038" y="4396253"/>
            <a:ext cx="278476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solidFill>
                  <a:srgbClr val="002060"/>
                </a:solidFill>
                <a:latin typeface="Arial"/>
              </a:rPr>
              <a:t>INNOVATION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D3A5CA1-6A1D-A450-A745-A29C2F565D5D}"/>
              </a:ext>
            </a:extLst>
          </p:cNvPr>
          <p:cNvSpPr txBox="1"/>
          <p:nvPr/>
        </p:nvSpPr>
        <p:spPr>
          <a:xfrm>
            <a:off x="17576645" y="4428013"/>
            <a:ext cx="278476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solidFill>
                  <a:srgbClr val="002060"/>
                </a:solidFill>
                <a:latin typeface="Arial"/>
              </a:rPr>
              <a:t>RESEARCH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A124A98-D633-909B-F752-74C8912A4A84}"/>
              </a:ext>
            </a:extLst>
          </p:cNvPr>
          <p:cNvSpPr txBox="1"/>
          <p:nvPr/>
        </p:nvSpPr>
        <p:spPr>
          <a:xfrm>
            <a:off x="25176018" y="4414407"/>
            <a:ext cx="278476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solidFill>
                  <a:srgbClr val="002060"/>
                </a:solidFill>
                <a:latin typeface="Arial"/>
              </a:rPr>
              <a:t>IMPACT</a:t>
            </a:r>
          </a:p>
        </p:txBody>
      </p:sp>
      <p:pic>
        <p:nvPicPr>
          <p:cNvPr id="27" name="Picture 26" descr="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517600" y="1143000"/>
            <a:ext cx="2945718" cy="2743200"/>
          </a:xfrm>
          <a:prstGeom prst="rect">
            <a:avLst/>
          </a:prstGeom>
        </p:spPr>
      </p:pic>
      <p:sp>
        <p:nvSpPr>
          <p:cNvPr id="28" name="Rounded Rectangle 27"/>
          <p:cNvSpPr/>
          <p:nvPr/>
        </p:nvSpPr>
        <p:spPr>
          <a:xfrm>
            <a:off x="640080" y="5394960"/>
            <a:ext cx="3463290" cy="11430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9050">
            <a:solidFill>
              <a:srgbClr val="C9D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brand_pyth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5641848"/>
            <a:ext cx="640080" cy="64008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1463040" y="5394960"/>
            <a:ext cx="2594610" cy="114300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650"/>
              </a:spcAft>
            </a:pPr>
            <a:r>
              <a:rPr sz="2000" b="1" i="0" u="none">
                <a:solidFill>
                  <a:srgbClr val="002060"/>
                </a:solidFill>
                <a:latin typeface="Arial"/>
              </a:rPr>
              <a:t>Python 3.13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286250" y="5394960"/>
            <a:ext cx="3463290" cy="11430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9050">
            <a:solidFill>
              <a:srgbClr val="C9D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brand_pytorch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23410" y="5641848"/>
            <a:ext cx="640080" cy="64008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5109210" y="5394960"/>
            <a:ext cx="2594610" cy="114300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650"/>
              </a:spcAft>
            </a:pPr>
            <a:r>
              <a:rPr sz="2000" b="1" i="0" u="none">
                <a:solidFill>
                  <a:srgbClr val="002060"/>
                </a:solidFill>
                <a:latin typeface="Arial"/>
              </a:rPr>
              <a:t>PyTorch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932420" y="5394960"/>
            <a:ext cx="3463290" cy="11430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9050">
            <a:solidFill>
              <a:srgbClr val="C9D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brand_huggingfac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69580" y="5641848"/>
            <a:ext cx="640080" cy="64008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8755380" y="5394960"/>
            <a:ext cx="2594610" cy="114300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650"/>
              </a:spcAft>
            </a:pPr>
            <a:r>
              <a:rPr sz="2000" b="1" i="0" u="none">
                <a:solidFill>
                  <a:srgbClr val="002060"/>
                </a:solidFill>
                <a:latin typeface="Arial"/>
              </a:rPr>
              <a:t>Hugging Face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1578590" y="5394960"/>
            <a:ext cx="3463290" cy="11430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9050">
            <a:solidFill>
              <a:srgbClr val="C9D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brand_sqli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715750" y="5641848"/>
            <a:ext cx="640080" cy="640080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12401550" y="5394960"/>
            <a:ext cx="2594610" cy="114300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650"/>
              </a:spcAft>
            </a:pPr>
            <a:r>
              <a:rPr sz="2000" b="1" i="0" u="none">
                <a:solidFill>
                  <a:srgbClr val="002060"/>
                </a:solidFill>
                <a:latin typeface="Arial"/>
              </a:rPr>
              <a:t>SQLite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5224760" y="5394960"/>
            <a:ext cx="3463290" cy="11430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9050">
            <a:solidFill>
              <a:srgbClr val="C9D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1" name="Picture 40" descr="brand_postgresql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5361920" y="5641848"/>
            <a:ext cx="640080" cy="640080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16047720" y="5394960"/>
            <a:ext cx="2594610" cy="114300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650"/>
              </a:spcAft>
            </a:pPr>
            <a:r>
              <a:rPr sz="2000" b="1" i="0" u="none">
                <a:solidFill>
                  <a:srgbClr val="002060"/>
                </a:solidFill>
                <a:latin typeface="Arial"/>
              </a:rPr>
              <a:t>PostgreSQL · MySQL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18870930" y="5394960"/>
            <a:ext cx="3463290" cy="11430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9050">
            <a:solidFill>
              <a:srgbClr val="C9D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monitor-smartphone_navy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9008089" y="5641848"/>
            <a:ext cx="640080" cy="640080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19693889" y="5394960"/>
            <a:ext cx="2594610" cy="114300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650"/>
              </a:spcAft>
            </a:pPr>
            <a:r>
              <a:rPr sz="2000" b="1" i="0" u="none">
                <a:solidFill>
                  <a:srgbClr val="002060"/>
                </a:solidFill>
                <a:latin typeface="Arial"/>
              </a:rPr>
              <a:t>macOS · Windows app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2517100" y="5394960"/>
            <a:ext cx="3463290" cy="11430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9050">
            <a:solidFill>
              <a:srgbClr val="C9D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7" name="Picture 46" descr="badge-check_green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2654260" y="5641848"/>
            <a:ext cx="640080" cy="640080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23340060" y="5394960"/>
            <a:ext cx="2594610" cy="114300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650"/>
              </a:spcAft>
            </a:pPr>
            <a:r>
              <a:rPr sz="2000" b="1" i="0" u="none">
                <a:solidFill>
                  <a:srgbClr val="002060"/>
                </a:solidFill>
                <a:latin typeface="Arial"/>
              </a:rPr>
              <a:t>45 tests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26163270" y="5394960"/>
            <a:ext cx="3463290" cy="11430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9050">
            <a:solidFill>
              <a:srgbClr val="C9D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0" name="Picture 49" descr="brand_github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6300430" y="5641848"/>
            <a:ext cx="640080" cy="640080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26986230" y="5394960"/>
            <a:ext cx="2594610" cy="1143000"/>
          </a:xfrm>
          <a:prstGeom prst="rect">
            <a:avLst/>
          </a:prstGeom>
          <a:noFill/>
        </p:spPr>
        <p:txBody>
          <a:bodyPr wrap="square" anchor="ctr" lIns="36576" rIns="36576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650"/>
              </a:spcAft>
            </a:pPr>
            <a:r>
              <a:rPr sz="2000" b="1" i="0" u="none">
                <a:solidFill>
                  <a:srgbClr val="002060"/>
                </a:solidFill>
                <a:latin typeface="Arial"/>
              </a:rPr>
              <a:t>Open source · GitHub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40080" y="7680960"/>
            <a:ext cx="14264640" cy="5074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C9D3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77240" y="7772400"/>
            <a:ext cx="13990319" cy="4937760"/>
          </a:xfrm>
          <a:prstGeom prst="rect">
            <a:avLst/>
          </a:prstGeom>
          <a:noFill/>
        </p:spPr>
        <p:txBody>
          <a:bodyPr wrap="square" anchor="t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775"/>
              </a:spcAft>
            </a:pPr>
            <a:r>
              <a:rPr sz="3100" b="1" i="0" u="none">
                <a:solidFill>
                  <a:srgbClr val="1F2937"/>
                </a:solidFill>
                <a:latin typeface="Arial"/>
              </a:rPr>
              <a:t>QueryGenie</a:t>
            </a:r>
            <a:r>
              <a:rPr sz="3100" b="0" i="0" u="none">
                <a:solidFill>
                  <a:srgbClr val="1F2937"/>
                </a:solidFill>
                <a:latin typeface="Arial"/>
              </a:rPr>
              <a:t> lets anyone ask a database questions in plain English. Text-to-SQL models answer every question with the same confidence, so a wrong answer looks exactly like a right one. We reproduce CodeS (SIGMOD 2024), an open-source text-to-SQL model, to 77.8% execution accuracy on Spider (paper: 77.9%), and add confidence-aware abstention: the system runs every candidate query the model writes and checks whether they agree. When they don't, it asks the user instead of guessing. It answers 90.4% of questions and is right on 83.3% of them, with a third fewer wrong answers — a statistically significant gain. It runs fully locally in a desktop app.</a:t>
            </a:r>
          </a:p>
        </p:txBody>
      </p:sp>
      <p:sp>
        <p:nvSpPr>
          <p:cNvPr id="54" name="Oval 53"/>
          <p:cNvSpPr/>
          <p:nvPr/>
        </p:nvSpPr>
        <p:spPr>
          <a:xfrm>
            <a:off x="777240" y="13944600"/>
            <a:ext cx="731520" cy="731520"/>
          </a:xfrm>
          <a:prstGeom prst="ellipse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>
              <a:spcBef>
                <a:spcPts val="0"/>
              </a:spcBef>
              <a:spcAft>
                <a:spcPts val="650"/>
              </a:spcAft>
            </a:pPr>
            <a:r>
              <a:rPr sz="2800" b="1" i="0" u="none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691639" y="13880592"/>
            <a:ext cx="13121640" cy="868680"/>
          </a:xfrm>
          <a:prstGeom prst="rect">
            <a:avLst/>
          </a:prstGeom>
          <a:noFill/>
        </p:spPr>
        <p:txBody>
          <a:bodyPr wrap="square" anchor="ctr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675"/>
              </a:spcAft>
            </a:pPr>
            <a:r>
              <a:rPr sz="2700" b="0" i="0" u="none">
                <a:solidFill>
                  <a:srgbClr val="1F2937"/>
                </a:solidFill>
                <a:latin typeface="Arial"/>
              </a:rPr>
              <a:t>Reproduce CodeS-1B on Spider within the ±5–10% tolerance</a:t>
            </a:r>
          </a:p>
        </p:txBody>
      </p:sp>
      <p:sp>
        <p:nvSpPr>
          <p:cNvPr id="56" name="Oval 55"/>
          <p:cNvSpPr/>
          <p:nvPr/>
        </p:nvSpPr>
        <p:spPr>
          <a:xfrm>
            <a:off x="777240" y="14904720"/>
            <a:ext cx="731520" cy="731520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>
              <a:spcBef>
                <a:spcPts val="0"/>
              </a:spcBef>
              <a:spcAft>
                <a:spcPts val="650"/>
              </a:spcAft>
            </a:pPr>
            <a:r>
              <a:rPr sz="2800" b="1" i="0" u="none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691639" y="14840712"/>
            <a:ext cx="13121640" cy="868680"/>
          </a:xfrm>
          <a:prstGeom prst="rect">
            <a:avLst/>
          </a:prstGeom>
          <a:noFill/>
        </p:spPr>
        <p:txBody>
          <a:bodyPr wrap="square" anchor="ctr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675"/>
              </a:spcAft>
            </a:pPr>
            <a:r>
              <a:rPr sz="2700" b="0" i="0" u="none">
                <a:solidFill>
                  <a:srgbClr val="1F2937"/>
                </a:solidFill>
                <a:latin typeface="Arial"/>
              </a:rPr>
              <a:t>Find which parts of the CodeS pipeline matter (ablation)</a:t>
            </a:r>
          </a:p>
        </p:txBody>
      </p:sp>
      <p:sp>
        <p:nvSpPr>
          <p:cNvPr id="58" name="Oval 57"/>
          <p:cNvSpPr/>
          <p:nvPr/>
        </p:nvSpPr>
        <p:spPr>
          <a:xfrm>
            <a:off x="777240" y="15864840"/>
            <a:ext cx="731520" cy="731520"/>
          </a:xfrm>
          <a:prstGeom prst="ellipse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>
              <a:spcBef>
                <a:spcPts val="0"/>
              </a:spcBef>
              <a:spcAft>
                <a:spcPts val="650"/>
              </a:spcAft>
            </a:pPr>
            <a:r>
              <a:rPr sz="2800" b="1" i="0" u="none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691639" y="15800832"/>
            <a:ext cx="13121640" cy="868680"/>
          </a:xfrm>
          <a:prstGeom prst="rect">
            <a:avLst/>
          </a:prstGeom>
          <a:noFill/>
        </p:spPr>
        <p:txBody>
          <a:bodyPr wrap="square" anchor="ctr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675"/>
              </a:spcAft>
            </a:pPr>
            <a:r>
              <a:rPr sz="2700" b="0" i="0" u="none">
                <a:solidFill>
                  <a:srgbClr val="1F2937"/>
                </a:solidFill>
                <a:latin typeface="Arial"/>
              </a:rPr>
              <a:t>Make the system say when it is unsure — tested statistically</a:t>
            </a:r>
          </a:p>
        </p:txBody>
      </p:sp>
      <p:sp>
        <p:nvSpPr>
          <p:cNvPr id="60" name="Oval 59"/>
          <p:cNvSpPr/>
          <p:nvPr/>
        </p:nvSpPr>
        <p:spPr>
          <a:xfrm>
            <a:off x="777240" y="16824960"/>
            <a:ext cx="731520" cy="731520"/>
          </a:xfrm>
          <a:prstGeom prst="ellipse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>
              <a:spcBef>
                <a:spcPts val="0"/>
              </a:spcBef>
              <a:spcAft>
                <a:spcPts val="650"/>
              </a:spcAft>
            </a:pPr>
            <a:r>
              <a:rPr sz="2800" b="1" i="0" u="none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691639" y="16760951"/>
            <a:ext cx="13121640" cy="868680"/>
          </a:xfrm>
          <a:prstGeom prst="rect">
            <a:avLst/>
          </a:prstGeom>
          <a:noFill/>
        </p:spPr>
        <p:txBody>
          <a:bodyPr wrap="square" anchor="ctr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675"/>
              </a:spcAft>
            </a:pPr>
            <a:r>
              <a:rPr sz="2700" b="0" i="0" u="none">
                <a:solidFill>
                  <a:srgbClr val="1F2937"/>
                </a:solidFill>
                <a:latin typeface="Arial"/>
              </a:rPr>
              <a:t>Measure accuracy on realistically worded questions</a:t>
            </a:r>
          </a:p>
        </p:txBody>
      </p:sp>
      <p:sp>
        <p:nvSpPr>
          <p:cNvPr id="62" name="Oval 61"/>
          <p:cNvSpPr/>
          <p:nvPr/>
        </p:nvSpPr>
        <p:spPr>
          <a:xfrm>
            <a:off x="777240" y="17785080"/>
            <a:ext cx="731520" cy="731520"/>
          </a:xfrm>
          <a:prstGeom prst="ellipse">
            <a:avLst/>
          </a:prstGeom>
          <a:solidFill>
            <a:srgbClr val="703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>
              <a:spcBef>
                <a:spcPts val="0"/>
              </a:spcBef>
              <a:spcAft>
                <a:spcPts val="650"/>
              </a:spcAft>
            </a:pPr>
            <a:r>
              <a:rPr sz="2800" b="1" i="0" u="none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691639" y="17721072"/>
            <a:ext cx="13121640" cy="868680"/>
          </a:xfrm>
          <a:prstGeom prst="rect">
            <a:avLst/>
          </a:prstGeom>
          <a:noFill/>
        </p:spPr>
        <p:txBody>
          <a:bodyPr wrap="square" anchor="ctr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675"/>
              </a:spcAft>
            </a:pPr>
            <a:r>
              <a:rPr sz="2700" b="0" i="0" u="none">
                <a:solidFill>
                  <a:srgbClr val="1F2937"/>
                </a:solidFill>
                <a:latin typeface="Arial"/>
              </a:rPr>
              <a:t>Deliver a desktop app that runs fully locally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40080" y="18882360"/>
            <a:ext cx="14264640" cy="73152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650"/>
              </a:spcAft>
            </a:pPr>
            <a:r>
              <a:rPr sz="3800" b="1" i="0" u="none">
                <a:solidFill>
                  <a:srgbClr val="FFFFFF"/>
                </a:solidFill>
                <a:latin typeface="Arial"/>
              </a:rPr>
              <a:t>Key Innovations &amp; Contributions</a:t>
            </a:r>
          </a:p>
        </p:txBody>
      </p:sp>
      <p:pic>
        <p:nvPicPr>
          <p:cNvPr id="65" name="Picture 64" descr="shield-check_blu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22959" y="19961352"/>
            <a:ext cx="868680" cy="868680"/>
          </a:xfrm>
          <a:prstGeom prst="rect">
            <a:avLst/>
          </a:prstGeom>
        </p:spPr>
      </p:pic>
      <p:sp>
        <p:nvSpPr>
          <p:cNvPr id="66" name="TextBox 65"/>
          <p:cNvSpPr txBox="1"/>
          <p:nvPr/>
        </p:nvSpPr>
        <p:spPr>
          <a:xfrm>
            <a:off x="1920239" y="19796760"/>
            <a:ext cx="12893040" cy="1536192"/>
          </a:xfrm>
          <a:prstGeom prst="rect">
            <a:avLst/>
          </a:prstGeom>
          <a:noFill/>
        </p:spPr>
        <p:txBody>
          <a:bodyPr wrap="square" anchor="t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104"/>
              </a:spcAft>
            </a:pPr>
            <a:r>
              <a:rPr sz="2700" b="1" i="0" u="none">
                <a:solidFill>
                  <a:srgbClr val="002060"/>
                </a:solidFill>
                <a:latin typeface="Arial"/>
              </a:rPr>
              <a:t>1. Confidence-aware abstention</a:t>
            </a:r>
          </a:p>
          <a:p>
            <a:pPr algn="l">
              <a:spcBef>
                <a:spcPts val="0"/>
              </a:spcBef>
              <a:spcAft>
                <a:spcPts val="104"/>
              </a:spcAft>
            </a:pPr>
            <a:r>
              <a:rPr sz="2300" b="0" i="0" u="none">
                <a:solidFill>
                  <a:srgbClr val="1F2937"/>
                </a:solidFill>
                <a:latin typeface="Arial"/>
              </a:rPr>
              <a:t>Run all candidate queries, count how many agree; ask “Did you mean…?” when they don't</a:t>
            </a:r>
          </a:p>
        </p:txBody>
      </p:sp>
      <p:pic>
        <p:nvPicPr>
          <p:cNvPr id="67" name="Picture 66" descr="badge-check_blu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22959" y="21534119"/>
            <a:ext cx="868680" cy="868680"/>
          </a:xfrm>
          <a:prstGeom prst="rect">
            <a:avLst/>
          </a:prstGeom>
        </p:spPr>
      </p:pic>
      <p:sp>
        <p:nvSpPr>
          <p:cNvPr id="68" name="TextBox 67"/>
          <p:cNvSpPr txBox="1"/>
          <p:nvPr/>
        </p:nvSpPr>
        <p:spPr>
          <a:xfrm>
            <a:off x="1920239" y="21369527"/>
            <a:ext cx="12893040" cy="1536192"/>
          </a:xfrm>
          <a:prstGeom prst="rect">
            <a:avLst/>
          </a:prstGeom>
          <a:noFill/>
        </p:spPr>
        <p:txBody>
          <a:bodyPr wrap="square" anchor="t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104"/>
              </a:spcAft>
            </a:pPr>
            <a:r>
              <a:rPr sz="2700" b="1" i="0" u="none">
                <a:solidFill>
                  <a:srgbClr val="002060"/>
                </a:solidFill>
                <a:latin typeface="Arial"/>
              </a:rPr>
              <a:t>2. Faithful, audited reproduction</a:t>
            </a:r>
          </a:p>
          <a:p>
            <a:pPr algn="l">
              <a:spcBef>
                <a:spcPts val="0"/>
              </a:spcBef>
              <a:spcAft>
                <a:spcPts val="104"/>
              </a:spcAft>
            </a:pPr>
            <a:r>
              <a:rPr sz="2300" b="0" i="0" u="none">
                <a:solidFill>
                  <a:srgbClr val="1F2937"/>
                </a:solidFill>
                <a:latin typeface="Arial"/>
              </a:rPr>
              <a:t>77.8% vs 77.9% with the official evaluator, after auditing our own harness</a:t>
            </a:r>
          </a:p>
        </p:txBody>
      </p:sp>
      <p:pic>
        <p:nvPicPr>
          <p:cNvPr id="69" name="Picture 68" descr="refresh-cw_blu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22959" y="23106888"/>
            <a:ext cx="868680" cy="868680"/>
          </a:xfrm>
          <a:prstGeom prst="rect">
            <a:avLst/>
          </a:prstGeom>
        </p:spPr>
      </p:pic>
      <p:sp>
        <p:nvSpPr>
          <p:cNvPr id="70" name="TextBox 69"/>
          <p:cNvSpPr txBox="1"/>
          <p:nvPr/>
        </p:nvSpPr>
        <p:spPr>
          <a:xfrm>
            <a:off x="1920239" y="22942296"/>
            <a:ext cx="12893040" cy="1536192"/>
          </a:xfrm>
          <a:prstGeom prst="rect">
            <a:avLst/>
          </a:prstGeom>
          <a:noFill/>
        </p:spPr>
        <p:txBody>
          <a:bodyPr wrap="square" anchor="t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104"/>
              </a:spcAft>
            </a:pPr>
            <a:r>
              <a:rPr sz="2700" b="1" i="0" u="none">
                <a:solidFill>
                  <a:srgbClr val="002060"/>
                </a:solidFill>
                <a:latin typeface="Arial"/>
              </a:rPr>
              <a:t>3. Execution-guided self-correction</a:t>
            </a:r>
          </a:p>
          <a:p>
            <a:pPr algn="l">
              <a:spcBef>
                <a:spcPts val="0"/>
              </a:spcBef>
              <a:spcAft>
                <a:spcPts val="104"/>
              </a:spcAft>
            </a:pPr>
            <a:r>
              <a:rPr sz="2300" b="0" i="0" u="none">
                <a:solidFill>
                  <a:srgbClr val="1F2937"/>
                </a:solidFill>
                <a:latin typeface="Arial"/>
              </a:rPr>
              <a:t>A failed query goes back to the model with the database error</a:t>
            </a:r>
          </a:p>
        </p:txBody>
      </p:sp>
      <p:pic>
        <p:nvPicPr>
          <p:cNvPr id="71" name="Picture 70" descr="lock-keyhole_blu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22959" y="24679656"/>
            <a:ext cx="868680" cy="868680"/>
          </a:xfrm>
          <a:prstGeom prst="rect">
            <a:avLst/>
          </a:prstGeom>
        </p:spPr>
      </p:pic>
      <p:sp>
        <p:nvSpPr>
          <p:cNvPr id="72" name="TextBox 71"/>
          <p:cNvSpPr txBox="1"/>
          <p:nvPr/>
        </p:nvSpPr>
        <p:spPr>
          <a:xfrm>
            <a:off x="1920239" y="24515064"/>
            <a:ext cx="12893040" cy="1536192"/>
          </a:xfrm>
          <a:prstGeom prst="rect">
            <a:avLst/>
          </a:prstGeom>
          <a:noFill/>
        </p:spPr>
        <p:txBody>
          <a:bodyPr wrap="square" anchor="t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104"/>
              </a:spcAft>
            </a:pPr>
            <a:r>
              <a:rPr sz="2700" b="1" i="0" u="none">
                <a:solidFill>
                  <a:srgbClr val="002060"/>
                </a:solidFill>
                <a:latin typeface="Arial"/>
              </a:rPr>
              <a:t>4. Private by design</a:t>
            </a:r>
          </a:p>
          <a:p>
            <a:pPr algn="l">
              <a:spcBef>
                <a:spcPts val="0"/>
              </a:spcBef>
              <a:spcAft>
                <a:spcPts val="104"/>
              </a:spcAft>
            </a:pPr>
            <a:r>
              <a:rPr sz="2300" b="0" i="0" u="none">
                <a:solidFill>
                  <a:srgbClr val="1F2937"/>
                </a:solidFill>
                <a:latin typeface="Arial"/>
              </a:rPr>
              <a:t>Open weights, runs on the user's computer — no schema sent to a third party</a:t>
            </a:r>
          </a:p>
        </p:txBody>
      </p:sp>
      <p:sp>
        <p:nvSpPr>
          <p:cNvPr id="73" name="Rectangle 72"/>
          <p:cNvSpPr/>
          <p:nvPr/>
        </p:nvSpPr>
        <p:spPr>
          <a:xfrm>
            <a:off x="640080" y="26197560"/>
            <a:ext cx="14264640" cy="73152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650"/>
              </a:spcAft>
            </a:pPr>
            <a:r>
              <a:rPr sz="3800" b="1" i="0" u="none">
                <a:solidFill>
                  <a:srgbClr val="FFFFFF"/>
                </a:solidFill>
                <a:latin typeface="Arial"/>
              </a:rPr>
              <a:t>Datasets (Hugging Face — approved source)</a:t>
            </a:r>
          </a:p>
        </p:txBody>
      </p:sp>
      <p:graphicFrame>
        <p:nvGraphicFramePr>
          <p:cNvPr id="74" name="Table 73"/>
          <p:cNvGraphicFramePr>
            <a:graphicFrameLocks noGrp="1"/>
          </p:cNvGraphicFramePr>
          <p:nvPr/>
        </p:nvGraphicFramePr>
        <p:xfrm>
          <a:off x="640080" y="27020520"/>
          <a:ext cx="142646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/>
                <a:gridCol w="4023360"/>
                <a:gridCol w="6035040"/>
              </a:tblGrid>
              <a:tr h="594360"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Arial"/>
                        </a:rPr>
                        <a:t>Benchmark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Arial"/>
                        </a:rPr>
                        <a:t>Questions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Arial"/>
                        </a:rPr>
                        <a:t>Used for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1F2937"/>
                          </a:solidFill>
                          <a:latin typeface="Arial"/>
                        </a:rPr>
                        <a:t>Spider dev</a:t>
                      </a:r>
                    </a:p>
                  </a:txBody>
                  <a:tcPr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1F2937"/>
                          </a:solidFill>
                          <a:latin typeface="Arial"/>
                        </a:rPr>
                        <a:t>1,034 · 20 databases</a:t>
                      </a:r>
                    </a:p>
                  </a:txBody>
                  <a:tcPr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1F2937"/>
                          </a:solidFill>
                          <a:latin typeface="Arial"/>
                        </a:rPr>
                        <a:t>Reproduction, ablation, enhancement</a:t>
                      </a:r>
                    </a:p>
                  </a:txBody>
                  <a:tcPr>
                    <a:solidFill>
                      <a:srgbClr val="EEF3F9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1F2937"/>
                          </a:solidFill>
                          <a:latin typeface="Arial"/>
                        </a:rPr>
                        <a:t>Spider-Realistic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1F2937"/>
                          </a:solidFill>
                          <a:latin typeface="Arial"/>
                        </a:rPr>
                        <a:t>508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1F2937"/>
                          </a:solidFill>
                          <a:latin typeface="Arial"/>
                        </a:rPr>
                        <a:t>Questions without column names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1F2937"/>
                          </a:solidFill>
                          <a:latin typeface="Arial"/>
                        </a:rPr>
                        <a:t>BIRD Mini-Dev</a:t>
                      </a:r>
                    </a:p>
                  </a:txBody>
                  <a:tcPr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1F2937"/>
                          </a:solidFill>
                          <a:latin typeface="Arial"/>
                        </a:rPr>
                        <a:t>500 · 11 databases</a:t>
                      </a:r>
                    </a:p>
                  </a:txBody>
                  <a:tcPr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1F2937"/>
                          </a:solidFill>
                          <a:latin typeface="Arial"/>
                        </a:rPr>
                        <a:t>Real-world databases (future work)</a:t>
                      </a:r>
                    </a:p>
                  </a:txBody>
                  <a:tcPr>
                    <a:solidFill>
                      <a:srgbClr val="EEF3F9"/>
                    </a:solidFill>
                  </a:tcPr>
                </a:tc>
              </a:tr>
            </a:tbl>
          </a:graphicData>
        </a:graphic>
      </p:graphicFrame>
      <p:sp>
        <p:nvSpPr>
          <p:cNvPr id="75" name="Rounded Rectangle 74"/>
          <p:cNvSpPr/>
          <p:nvPr/>
        </p:nvSpPr>
        <p:spPr>
          <a:xfrm>
            <a:off x="15361920" y="7680960"/>
            <a:ext cx="14264640" cy="21717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C9D3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ounded Rectangle 75"/>
          <p:cNvSpPr/>
          <p:nvPr/>
        </p:nvSpPr>
        <p:spPr>
          <a:xfrm>
            <a:off x="15727680" y="8001000"/>
            <a:ext cx="6400800" cy="210312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31750">
            <a:solidFill>
              <a:srgbClr val="2F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7" name="Picture 76" descr="message-circle-question_blu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5956280" y="8595360"/>
            <a:ext cx="914400" cy="914400"/>
          </a:xfrm>
          <a:prstGeom prst="rect">
            <a:avLst/>
          </a:prstGeom>
        </p:spPr>
      </p:pic>
      <p:sp>
        <p:nvSpPr>
          <p:cNvPr id="78" name="TextBox 77"/>
          <p:cNvSpPr txBox="1"/>
          <p:nvPr/>
        </p:nvSpPr>
        <p:spPr>
          <a:xfrm>
            <a:off x="17007839" y="8074152"/>
            <a:ext cx="4983480" cy="1956815"/>
          </a:xfrm>
          <a:prstGeom prst="rect">
            <a:avLst/>
          </a:prstGeom>
          <a:noFill/>
        </p:spPr>
        <p:txBody>
          <a:bodyPr wrap="square" anchor="ctr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156"/>
              </a:spcAft>
            </a:pPr>
            <a:r>
              <a:rPr sz="2700" b="1" i="0" u="none">
                <a:solidFill>
                  <a:srgbClr val="002060"/>
                </a:solidFill>
                <a:latin typeface="Arial"/>
              </a:rPr>
              <a:t>USER QUESTION</a:t>
            </a:r>
          </a:p>
          <a:p>
            <a:pPr algn="l">
              <a:spcBef>
                <a:spcPts val="0"/>
              </a:spcBef>
              <a:spcAft>
                <a:spcPts val="156"/>
              </a:spcAft>
            </a:pPr>
            <a:r>
              <a:rPr sz="2400" b="0" i="0" u="none">
                <a:solidFill>
                  <a:srgbClr val="1F2937"/>
                </a:solidFill>
                <a:latin typeface="Arial"/>
              </a:rPr>
              <a:t>“Which student scored the</a:t>
            </a:r>
          </a:p>
          <a:p>
            <a:pPr algn="l">
              <a:spcBef>
                <a:spcPts val="0"/>
              </a:spcBef>
              <a:spcAft>
                <a:spcPts val="156"/>
              </a:spcAft>
            </a:pPr>
            <a:r>
              <a:rPr sz="2400" b="0" i="0" u="none">
                <a:solidFill>
                  <a:srgbClr val="1F2937"/>
                </a:solidFill>
                <a:latin typeface="Arial"/>
              </a:rPr>
              <a:t>highest marks in DBMS?”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22860000" y="8001000"/>
            <a:ext cx="6400800" cy="210312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31750">
            <a:solidFill>
              <a:srgbClr val="2F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0" name="Picture 79" descr="database_blu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23088600" y="8595360"/>
            <a:ext cx="914400" cy="914400"/>
          </a:xfrm>
          <a:prstGeom prst="rect">
            <a:avLst/>
          </a:prstGeom>
        </p:spPr>
      </p:pic>
      <p:sp>
        <p:nvSpPr>
          <p:cNvPr id="81" name="TextBox 80"/>
          <p:cNvSpPr txBox="1"/>
          <p:nvPr/>
        </p:nvSpPr>
        <p:spPr>
          <a:xfrm>
            <a:off x="24140160" y="8074152"/>
            <a:ext cx="4983480" cy="1956815"/>
          </a:xfrm>
          <a:prstGeom prst="rect">
            <a:avLst/>
          </a:prstGeom>
          <a:noFill/>
        </p:spPr>
        <p:txBody>
          <a:bodyPr wrap="square" anchor="ctr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156"/>
              </a:spcAft>
            </a:pPr>
            <a:r>
              <a:rPr sz="2700" b="1" i="0" u="none">
                <a:solidFill>
                  <a:srgbClr val="002060"/>
                </a:solidFill>
                <a:latin typeface="Arial"/>
              </a:rPr>
              <a:t>YOUR DATABASE</a:t>
            </a:r>
          </a:p>
          <a:p>
            <a:pPr algn="l">
              <a:spcBef>
                <a:spcPts val="0"/>
              </a:spcBef>
              <a:spcAft>
                <a:spcPts val="156"/>
              </a:spcAft>
            </a:pPr>
            <a:r>
              <a:rPr sz="2400" b="0" i="0" u="none">
                <a:solidFill>
                  <a:srgbClr val="1F2937"/>
                </a:solidFill>
                <a:latin typeface="Arial"/>
              </a:rPr>
              <a:t>SQLite · PostgreSQL · MySQL</a:t>
            </a:r>
          </a:p>
          <a:p>
            <a:pPr algn="l">
              <a:spcBef>
                <a:spcPts val="0"/>
              </a:spcBef>
              <a:spcAft>
                <a:spcPts val="156"/>
              </a:spcAft>
            </a:pPr>
            <a:r>
              <a:rPr sz="2400" b="0" i="0" u="none">
                <a:solidFill>
                  <a:srgbClr val="1F2937"/>
                </a:solidFill>
                <a:latin typeface="Arial"/>
              </a:rPr>
              <a:t>opened read-only</a:t>
            </a:r>
          </a:p>
        </p:txBody>
      </p:sp>
      <p:cxnSp>
        <p:nvCxnSpPr>
          <p:cNvPr id="82" name="Connector 81"/>
          <p:cNvCxnSpPr/>
          <p:nvPr/>
        </p:nvCxnSpPr>
        <p:spPr>
          <a:xfrm>
            <a:off x="18928080" y="10104120"/>
            <a:ext cx="2194560" cy="640080"/>
          </a:xfrm>
          <a:prstGeom prst="line">
            <a:avLst/>
          </a:prstGeom>
          <a:ln w="44450">
            <a:solidFill>
              <a:srgbClr val="5B6B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 flipH="1">
            <a:off x="23865840" y="10104120"/>
            <a:ext cx="2194560" cy="640080"/>
          </a:xfrm>
          <a:prstGeom prst="line">
            <a:avLst/>
          </a:prstGeom>
          <a:ln w="44450">
            <a:solidFill>
              <a:srgbClr val="5B6B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Rounded Rectangle 83"/>
          <p:cNvSpPr/>
          <p:nvPr/>
        </p:nvSpPr>
        <p:spPr>
          <a:xfrm>
            <a:off x="16733520" y="10789920"/>
            <a:ext cx="11521440" cy="25146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31750">
            <a:solidFill>
              <a:srgbClr val="2F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5" name="Picture 84" descr="file-text_blu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6962120" y="11590020"/>
            <a:ext cx="914400" cy="914400"/>
          </a:xfrm>
          <a:prstGeom prst="rect">
            <a:avLst/>
          </a:prstGeom>
        </p:spPr>
      </p:pic>
      <p:sp>
        <p:nvSpPr>
          <p:cNvPr id="86" name="TextBox 85"/>
          <p:cNvSpPr txBox="1"/>
          <p:nvPr/>
        </p:nvSpPr>
        <p:spPr>
          <a:xfrm>
            <a:off x="18013680" y="10863072"/>
            <a:ext cx="10104119" cy="2368296"/>
          </a:xfrm>
          <a:prstGeom prst="rect">
            <a:avLst/>
          </a:prstGeom>
          <a:noFill/>
        </p:spPr>
        <p:txBody>
          <a:bodyPr wrap="square" anchor="ctr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156"/>
              </a:spcAft>
            </a:pPr>
            <a:r>
              <a:rPr sz="2700" b="1" i="0" u="none">
                <a:solidFill>
                  <a:srgbClr val="002060"/>
                </a:solidFill>
                <a:latin typeface="Arial"/>
              </a:rPr>
              <a:t>DATABASE PROMPT BUILDER</a:t>
            </a:r>
          </a:p>
          <a:p>
            <a:pPr algn="l">
              <a:spcBef>
                <a:spcPts val="0"/>
              </a:spcBef>
              <a:spcAft>
                <a:spcPts val="156"/>
              </a:spcAft>
            </a:pPr>
            <a:r>
              <a:rPr sz="2400" b="0" i="0" u="none">
                <a:solidFill>
                  <a:srgbClr val="1F2937"/>
                </a:solidFill>
                <a:latin typeface="Arial"/>
              </a:rPr>
              <a:t>Tables, columns, types, keys, 2 sample values each</a:t>
            </a:r>
          </a:p>
          <a:p>
            <a:pPr algn="l">
              <a:spcBef>
                <a:spcPts val="0"/>
              </a:spcBef>
              <a:spcAft>
                <a:spcPts val="156"/>
              </a:spcAft>
            </a:pPr>
            <a:r>
              <a:rPr sz="2400" b="0" i="0" u="none">
                <a:solidFill>
                  <a:srgbClr val="1F2937"/>
                </a:solidFill>
                <a:latin typeface="Arial"/>
              </a:rPr>
              <a:t>Value retriever: stored values that match the question</a:t>
            </a:r>
          </a:p>
        </p:txBody>
      </p:sp>
      <p:cxnSp>
        <p:nvCxnSpPr>
          <p:cNvPr id="87" name="Connector 86"/>
          <p:cNvCxnSpPr/>
          <p:nvPr/>
        </p:nvCxnSpPr>
        <p:spPr>
          <a:xfrm>
            <a:off x="22494240" y="13304520"/>
            <a:ext cx="0" cy="548640"/>
          </a:xfrm>
          <a:prstGeom prst="line">
            <a:avLst/>
          </a:prstGeom>
          <a:ln w="44450">
            <a:solidFill>
              <a:srgbClr val="5B6B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Rounded Rectangle 87"/>
          <p:cNvSpPr/>
          <p:nvPr/>
        </p:nvSpPr>
        <p:spPr>
          <a:xfrm>
            <a:off x="16733520" y="13898880"/>
            <a:ext cx="11521440" cy="210312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31750">
            <a:solidFill>
              <a:srgbClr val="2F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9" name="Picture 88" descr="brain-circuit_blu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6962120" y="14493240"/>
            <a:ext cx="914400" cy="914400"/>
          </a:xfrm>
          <a:prstGeom prst="rect">
            <a:avLst/>
          </a:prstGeom>
        </p:spPr>
      </p:pic>
      <p:sp>
        <p:nvSpPr>
          <p:cNvPr id="90" name="TextBox 89"/>
          <p:cNvSpPr txBox="1"/>
          <p:nvPr/>
        </p:nvSpPr>
        <p:spPr>
          <a:xfrm>
            <a:off x="18013680" y="13972032"/>
            <a:ext cx="10104119" cy="1956815"/>
          </a:xfrm>
          <a:prstGeom prst="rect">
            <a:avLst/>
          </a:prstGeom>
          <a:noFill/>
        </p:spPr>
        <p:txBody>
          <a:bodyPr wrap="square" anchor="ctr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156"/>
              </a:spcAft>
            </a:pPr>
            <a:r>
              <a:rPr sz="2700" b="1" i="0" u="none">
                <a:solidFill>
                  <a:srgbClr val="002060"/>
                </a:solidFill>
                <a:latin typeface="Arial"/>
              </a:rPr>
              <a:t>CODES-1B (FINE-TUNED ON SPIDER)</a:t>
            </a:r>
          </a:p>
          <a:p>
            <a:pPr algn="l">
              <a:spcBef>
                <a:spcPts val="0"/>
              </a:spcBef>
              <a:spcAft>
                <a:spcPts val="156"/>
              </a:spcAft>
            </a:pPr>
            <a:r>
              <a:rPr sz="2400" b="0" i="0" u="none">
                <a:solidFill>
                  <a:srgbClr val="1F2937"/>
                </a:solidFill>
                <a:latin typeface="Arial"/>
              </a:rPr>
              <a:t>Beam search → 4 candidate SQL queries, each scored</a:t>
            </a:r>
          </a:p>
        </p:txBody>
      </p:sp>
      <p:cxnSp>
        <p:nvCxnSpPr>
          <p:cNvPr id="91" name="Connector 90"/>
          <p:cNvCxnSpPr/>
          <p:nvPr/>
        </p:nvCxnSpPr>
        <p:spPr>
          <a:xfrm flipH="1">
            <a:off x="18928080" y="16002000"/>
            <a:ext cx="1280160" cy="548640"/>
          </a:xfrm>
          <a:prstGeom prst="line">
            <a:avLst/>
          </a:prstGeom>
          <a:ln w="44450">
            <a:solidFill>
              <a:srgbClr val="5B6B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Rounded Rectangle 91"/>
          <p:cNvSpPr/>
          <p:nvPr/>
        </p:nvSpPr>
        <p:spPr>
          <a:xfrm>
            <a:off x="15727680" y="16596359"/>
            <a:ext cx="6400800" cy="237744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31750">
            <a:solidFill>
              <a:srgbClr val="2F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3" name="Picture 92" descr="play_blue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5956280" y="17327880"/>
            <a:ext cx="914400" cy="914400"/>
          </a:xfrm>
          <a:prstGeom prst="rect">
            <a:avLst/>
          </a:prstGeom>
        </p:spPr>
      </p:pic>
      <p:sp>
        <p:nvSpPr>
          <p:cNvPr id="94" name="TextBox 93"/>
          <p:cNvSpPr txBox="1"/>
          <p:nvPr/>
        </p:nvSpPr>
        <p:spPr>
          <a:xfrm>
            <a:off x="17007839" y="16669511"/>
            <a:ext cx="4983480" cy="2231136"/>
          </a:xfrm>
          <a:prstGeom prst="rect">
            <a:avLst/>
          </a:prstGeom>
          <a:noFill/>
        </p:spPr>
        <p:txBody>
          <a:bodyPr wrap="square" anchor="ctr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156"/>
              </a:spcAft>
            </a:pPr>
            <a:r>
              <a:rPr sz="2700" b="1" i="0" u="none">
                <a:solidFill>
                  <a:srgbClr val="002060"/>
                </a:solidFill>
                <a:latin typeface="Arial"/>
              </a:rPr>
              <a:t>EXECUTE ALL 4</a:t>
            </a:r>
          </a:p>
          <a:p>
            <a:pPr algn="l">
              <a:spcBef>
                <a:spcPts val="0"/>
              </a:spcBef>
              <a:spcAft>
                <a:spcPts val="156"/>
              </a:spcAft>
            </a:pPr>
            <a:r>
              <a:rPr sz="2400" b="0" i="0" u="none">
                <a:solidFill>
                  <a:srgbClr val="1F2937"/>
                </a:solidFill>
                <a:latin typeface="Arial"/>
              </a:rPr>
              <a:t>Read-only; keep the first</a:t>
            </a:r>
          </a:p>
          <a:p>
            <a:pPr algn="l">
              <a:spcBef>
                <a:spcPts val="0"/>
              </a:spcBef>
              <a:spcAft>
                <a:spcPts val="156"/>
              </a:spcAft>
            </a:pPr>
            <a:r>
              <a:rPr sz="2400" b="0" i="0" u="none">
                <a:solidFill>
                  <a:srgbClr val="1F2937"/>
                </a:solidFill>
                <a:latin typeface="Arial"/>
              </a:rPr>
              <a:t>valid query (paper's rule)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22860000" y="16596359"/>
            <a:ext cx="6400800" cy="2377440"/>
          </a:xfrm>
          <a:prstGeom prst="roundRect">
            <a:avLst>
              <a:gd name="adj" fmla="val 8000"/>
            </a:avLst>
          </a:prstGeom>
          <a:solidFill>
            <a:srgbClr val="E8F5E9"/>
          </a:solidFill>
          <a:ln w="3175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6" name="Picture 95" descr="refresh-cw_green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23088600" y="17327880"/>
            <a:ext cx="914400" cy="914400"/>
          </a:xfrm>
          <a:prstGeom prst="rect">
            <a:avLst/>
          </a:prstGeom>
        </p:spPr>
      </p:pic>
      <p:sp>
        <p:nvSpPr>
          <p:cNvPr id="97" name="TextBox 96"/>
          <p:cNvSpPr txBox="1"/>
          <p:nvPr/>
        </p:nvSpPr>
        <p:spPr>
          <a:xfrm>
            <a:off x="24140160" y="16669511"/>
            <a:ext cx="4983480" cy="2231136"/>
          </a:xfrm>
          <a:prstGeom prst="rect">
            <a:avLst/>
          </a:prstGeom>
          <a:noFill/>
        </p:spPr>
        <p:txBody>
          <a:bodyPr wrap="square" anchor="ctr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156"/>
              </a:spcAft>
            </a:pPr>
            <a:r>
              <a:rPr sz="2700" b="1" i="0" u="none">
                <a:solidFill>
                  <a:srgbClr val="002060"/>
                </a:solidFill>
                <a:latin typeface="Arial"/>
              </a:rPr>
              <a:t>SELF-CORRECTION</a:t>
            </a:r>
          </a:p>
          <a:p>
            <a:pPr algn="l">
              <a:spcBef>
                <a:spcPts val="0"/>
              </a:spcBef>
              <a:spcAft>
                <a:spcPts val="156"/>
              </a:spcAft>
            </a:pPr>
            <a:r>
              <a:rPr sz="2400" b="0" i="0" u="none">
                <a:solidFill>
                  <a:srgbClr val="1F2937"/>
                </a:solidFill>
                <a:latin typeface="Arial"/>
              </a:rPr>
              <a:t>Failed query + error →</a:t>
            </a:r>
          </a:p>
          <a:p>
            <a:pPr algn="l">
              <a:spcBef>
                <a:spcPts val="0"/>
              </a:spcBef>
              <a:spcAft>
                <a:spcPts val="156"/>
              </a:spcAft>
            </a:pPr>
            <a:r>
              <a:rPr sz="2400" b="0" i="0" u="none">
                <a:solidFill>
                  <a:srgbClr val="1F2937"/>
                </a:solidFill>
                <a:latin typeface="Arial"/>
              </a:rPr>
              <a:t>the model repairs it</a:t>
            </a:r>
          </a:p>
        </p:txBody>
      </p:sp>
      <p:cxnSp>
        <p:nvCxnSpPr>
          <p:cNvPr id="98" name="Connector 97"/>
          <p:cNvCxnSpPr/>
          <p:nvPr/>
        </p:nvCxnSpPr>
        <p:spPr>
          <a:xfrm>
            <a:off x="22128480" y="17785080"/>
            <a:ext cx="731520" cy="0"/>
          </a:xfrm>
          <a:prstGeom prst="line">
            <a:avLst/>
          </a:prstGeom>
          <a:ln w="44450">
            <a:solidFill>
              <a:srgbClr val="2E7D3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>
            <a:off x="18928080" y="18973800"/>
            <a:ext cx="2194560" cy="548640"/>
          </a:xfrm>
          <a:prstGeom prst="line">
            <a:avLst/>
          </a:prstGeom>
          <a:ln w="44450">
            <a:solidFill>
              <a:srgbClr val="5B6B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Rounded Rectangle 99"/>
          <p:cNvSpPr/>
          <p:nvPr/>
        </p:nvSpPr>
        <p:spPr>
          <a:xfrm>
            <a:off x="16733520" y="19568160"/>
            <a:ext cx="11521440" cy="2194560"/>
          </a:xfrm>
          <a:prstGeom prst="roundRect">
            <a:avLst>
              <a:gd name="adj" fmla="val 8000"/>
            </a:avLst>
          </a:prstGeom>
          <a:solidFill>
            <a:srgbClr val="FFF4DC"/>
          </a:solidFill>
          <a:ln w="31750">
            <a:solidFill>
              <a:srgbClr val="C98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1" name="Picture 100" descr="list-checks_orange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16962120" y="20208239"/>
            <a:ext cx="914400" cy="914400"/>
          </a:xfrm>
          <a:prstGeom prst="rect">
            <a:avLst/>
          </a:prstGeom>
        </p:spPr>
      </p:pic>
      <p:sp>
        <p:nvSpPr>
          <p:cNvPr id="102" name="TextBox 101"/>
          <p:cNvSpPr txBox="1"/>
          <p:nvPr/>
        </p:nvSpPr>
        <p:spPr>
          <a:xfrm>
            <a:off x="18013680" y="19641311"/>
            <a:ext cx="10104119" cy="2048255"/>
          </a:xfrm>
          <a:prstGeom prst="rect">
            <a:avLst/>
          </a:prstGeom>
          <a:noFill/>
        </p:spPr>
        <p:txBody>
          <a:bodyPr wrap="square" anchor="ctr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156"/>
              </a:spcAft>
            </a:pPr>
            <a:r>
              <a:rPr sz="2700" b="1" i="0" u="none">
                <a:solidFill>
                  <a:srgbClr val="002060"/>
                </a:solidFill>
                <a:latin typeface="Arial"/>
              </a:rPr>
              <a:t>EXECUTION AGREEMENT  ·  OUR ENHANCEMENT</a:t>
            </a:r>
          </a:p>
          <a:p>
            <a:pPr algn="l">
              <a:spcBef>
                <a:spcPts val="0"/>
              </a:spcBef>
              <a:spcAft>
                <a:spcPts val="156"/>
              </a:spcAft>
            </a:pPr>
            <a:r>
              <a:rPr sz="2400" b="0" i="0" u="none">
                <a:solidFill>
                  <a:srgbClr val="1F2937"/>
                </a:solidFill>
                <a:latin typeface="Arial"/>
              </a:rPr>
              <a:t>How many different queries return the same result (0–4)</a:t>
            </a:r>
          </a:p>
        </p:txBody>
      </p:sp>
      <p:cxnSp>
        <p:nvCxnSpPr>
          <p:cNvPr id="103" name="Connector 102"/>
          <p:cNvCxnSpPr/>
          <p:nvPr/>
        </p:nvCxnSpPr>
        <p:spPr>
          <a:xfrm>
            <a:off x="22494240" y="21762720"/>
            <a:ext cx="0" cy="548640"/>
          </a:xfrm>
          <a:prstGeom prst="line">
            <a:avLst/>
          </a:prstGeom>
          <a:ln w="44450">
            <a:solidFill>
              <a:srgbClr val="C98A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" name="Rounded Rectangle 103"/>
          <p:cNvSpPr/>
          <p:nvPr/>
        </p:nvSpPr>
        <p:spPr>
          <a:xfrm>
            <a:off x="16733520" y="22357080"/>
            <a:ext cx="11521440" cy="2011680"/>
          </a:xfrm>
          <a:prstGeom prst="roundRect">
            <a:avLst>
              <a:gd name="adj" fmla="val 8000"/>
            </a:avLst>
          </a:prstGeom>
          <a:solidFill>
            <a:srgbClr val="FFF4DC"/>
          </a:solidFill>
          <a:ln w="31750">
            <a:solidFill>
              <a:srgbClr val="C98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5" name="Picture 104" descr="gauge_orange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16962120" y="22905720"/>
            <a:ext cx="914400" cy="914400"/>
          </a:xfrm>
          <a:prstGeom prst="rect">
            <a:avLst/>
          </a:prstGeom>
        </p:spPr>
      </p:pic>
      <p:sp>
        <p:nvSpPr>
          <p:cNvPr id="106" name="TextBox 105"/>
          <p:cNvSpPr txBox="1"/>
          <p:nvPr/>
        </p:nvSpPr>
        <p:spPr>
          <a:xfrm>
            <a:off x="18013680" y="22430231"/>
            <a:ext cx="10104119" cy="1865376"/>
          </a:xfrm>
          <a:prstGeom prst="rect">
            <a:avLst/>
          </a:prstGeom>
          <a:noFill/>
        </p:spPr>
        <p:txBody>
          <a:bodyPr wrap="square" anchor="ctr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156"/>
              </a:spcAft>
            </a:pPr>
            <a:r>
              <a:rPr sz="2700" b="1" i="0" u="none">
                <a:solidFill>
                  <a:srgbClr val="002060"/>
                </a:solidFill>
                <a:latin typeface="Arial"/>
              </a:rPr>
              <a:t>CONFIDENT ENOUGH?</a:t>
            </a:r>
          </a:p>
          <a:p>
            <a:pPr algn="l">
              <a:spcBef>
                <a:spcPts val="0"/>
              </a:spcBef>
              <a:spcAft>
                <a:spcPts val="156"/>
              </a:spcAft>
            </a:pPr>
            <a:r>
              <a:rPr sz="2400" b="0" i="0" u="none">
                <a:solidFill>
                  <a:srgbClr val="1F2937"/>
                </a:solidFill>
                <a:latin typeface="Arial"/>
              </a:rPr>
              <a:t>Agreement vs a threshold calibrated on Spider (strictness mode)</a:t>
            </a:r>
          </a:p>
        </p:txBody>
      </p:sp>
      <p:cxnSp>
        <p:nvCxnSpPr>
          <p:cNvPr id="107" name="Connector 106"/>
          <p:cNvCxnSpPr/>
          <p:nvPr/>
        </p:nvCxnSpPr>
        <p:spPr>
          <a:xfrm flipH="1">
            <a:off x="18928080" y="24368760"/>
            <a:ext cx="1280160" cy="640080"/>
          </a:xfrm>
          <a:prstGeom prst="line">
            <a:avLst/>
          </a:prstGeom>
          <a:ln w="44450">
            <a:solidFill>
              <a:srgbClr val="2E7D3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" name="TextBox 107"/>
          <p:cNvSpPr txBox="1"/>
          <p:nvPr/>
        </p:nvSpPr>
        <p:spPr>
          <a:xfrm>
            <a:off x="17190720" y="24414480"/>
            <a:ext cx="2926080" cy="502920"/>
          </a:xfrm>
          <a:prstGeom prst="rect">
            <a:avLst/>
          </a:prstGeom>
          <a:noFill/>
        </p:spPr>
        <p:txBody>
          <a:bodyPr wrap="square" anchor="t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650"/>
              </a:spcAft>
            </a:pPr>
            <a:r>
              <a:rPr sz="2000" b="1" i="0" u="none">
                <a:solidFill>
                  <a:srgbClr val="2E7D32"/>
                </a:solidFill>
                <a:latin typeface="Arial"/>
              </a:rPr>
              <a:t>yes</a:t>
            </a:r>
          </a:p>
        </p:txBody>
      </p:sp>
      <p:cxnSp>
        <p:nvCxnSpPr>
          <p:cNvPr id="109" name="Connector 108"/>
          <p:cNvCxnSpPr/>
          <p:nvPr/>
        </p:nvCxnSpPr>
        <p:spPr>
          <a:xfrm>
            <a:off x="24780240" y="24368760"/>
            <a:ext cx="1280160" cy="640080"/>
          </a:xfrm>
          <a:prstGeom prst="line">
            <a:avLst/>
          </a:prstGeom>
          <a:ln w="44450">
            <a:solidFill>
              <a:srgbClr val="C98A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0" name="TextBox 109"/>
          <p:cNvSpPr txBox="1"/>
          <p:nvPr/>
        </p:nvSpPr>
        <p:spPr>
          <a:xfrm>
            <a:off x="26334720" y="24414480"/>
            <a:ext cx="2926080" cy="502920"/>
          </a:xfrm>
          <a:prstGeom prst="rect">
            <a:avLst/>
          </a:prstGeom>
          <a:noFill/>
        </p:spPr>
        <p:txBody>
          <a:bodyPr wrap="square" anchor="t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650"/>
              </a:spcAft>
            </a:pPr>
            <a:r>
              <a:rPr sz="2000" b="1" i="0" u="none">
                <a:solidFill>
                  <a:srgbClr val="C98A00"/>
                </a:solidFill>
                <a:latin typeface="Arial"/>
              </a:rPr>
              <a:t>no → ask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15727680" y="25054560"/>
            <a:ext cx="6400800" cy="2377440"/>
          </a:xfrm>
          <a:prstGeom prst="roundRect">
            <a:avLst>
              <a:gd name="adj" fmla="val 8000"/>
            </a:avLst>
          </a:prstGeom>
          <a:solidFill>
            <a:srgbClr val="E8F5E9"/>
          </a:solidFill>
          <a:ln w="3175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2" name="Picture 111" descr="chart-column_green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15956280" y="25786080"/>
            <a:ext cx="914400" cy="914400"/>
          </a:xfrm>
          <a:prstGeom prst="rect">
            <a:avLst/>
          </a:prstGeom>
        </p:spPr>
      </p:pic>
      <p:sp>
        <p:nvSpPr>
          <p:cNvPr id="113" name="TextBox 112"/>
          <p:cNvSpPr txBox="1"/>
          <p:nvPr/>
        </p:nvSpPr>
        <p:spPr>
          <a:xfrm>
            <a:off x="17007839" y="25127711"/>
            <a:ext cx="4983480" cy="2231136"/>
          </a:xfrm>
          <a:prstGeom prst="rect">
            <a:avLst/>
          </a:prstGeom>
          <a:noFill/>
        </p:spPr>
        <p:txBody>
          <a:bodyPr wrap="square" anchor="ctr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156"/>
              </a:spcAft>
            </a:pPr>
            <a:r>
              <a:rPr sz="2700" b="1" i="0" u="none">
                <a:solidFill>
                  <a:srgbClr val="002060"/>
                </a:solidFill>
                <a:latin typeface="Arial"/>
              </a:rPr>
              <a:t>ANSWER</a:t>
            </a:r>
          </a:p>
          <a:p>
            <a:pPr algn="l">
              <a:spcBef>
                <a:spcPts val="0"/>
              </a:spcBef>
              <a:spcAft>
                <a:spcPts val="156"/>
              </a:spcAft>
            </a:pPr>
            <a:r>
              <a:rPr sz="2400" b="0" i="0" u="none">
                <a:solidFill>
                  <a:srgbClr val="1F2937"/>
                </a:solidFill>
                <a:latin typeface="Arial"/>
              </a:rPr>
              <a:t>Table + automatic chart</a:t>
            </a:r>
          </a:p>
          <a:p>
            <a:pPr algn="l">
              <a:spcBef>
                <a:spcPts val="0"/>
              </a:spcBef>
              <a:spcAft>
                <a:spcPts val="156"/>
              </a:spcAft>
            </a:pPr>
            <a:r>
              <a:rPr sz="2400" b="0" i="0" u="none">
                <a:solidFill>
                  <a:srgbClr val="1F2937"/>
                </a:solidFill>
                <a:latin typeface="Arial"/>
              </a:rPr>
              <a:t>SQL + “N of 4 agree”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22860000" y="25054560"/>
            <a:ext cx="6400800" cy="2377440"/>
          </a:xfrm>
          <a:prstGeom prst="roundRect">
            <a:avLst>
              <a:gd name="adj" fmla="val 8000"/>
            </a:avLst>
          </a:prstGeom>
          <a:solidFill>
            <a:srgbClr val="FFF4DC"/>
          </a:solidFill>
          <a:ln w="31750">
            <a:solidFill>
              <a:srgbClr val="C98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5" name="Picture 114" descr="circle-help_orange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23088600" y="25786080"/>
            <a:ext cx="914400" cy="914400"/>
          </a:xfrm>
          <a:prstGeom prst="rect">
            <a:avLst/>
          </a:prstGeom>
        </p:spPr>
      </p:pic>
      <p:sp>
        <p:nvSpPr>
          <p:cNvPr id="116" name="TextBox 115"/>
          <p:cNvSpPr txBox="1"/>
          <p:nvPr/>
        </p:nvSpPr>
        <p:spPr>
          <a:xfrm>
            <a:off x="24140160" y="25127711"/>
            <a:ext cx="4983480" cy="2231136"/>
          </a:xfrm>
          <a:prstGeom prst="rect">
            <a:avLst/>
          </a:prstGeom>
          <a:noFill/>
        </p:spPr>
        <p:txBody>
          <a:bodyPr wrap="square" anchor="ctr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156"/>
              </a:spcAft>
            </a:pPr>
            <a:r>
              <a:rPr sz="2700" b="1" i="0" u="none">
                <a:solidFill>
                  <a:srgbClr val="002060"/>
                </a:solidFill>
                <a:latin typeface="Arial"/>
              </a:rPr>
              <a:t>“DID YOU MEAN…?”</a:t>
            </a:r>
          </a:p>
          <a:p>
            <a:pPr algn="l">
              <a:spcBef>
                <a:spcPts val="0"/>
              </a:spcBef>
              <a:spcAft>
                <a:spcPts val="156"/>
              </a:spcAft>
            </a:pPr>
            <a:r>
              <a:rPr sz="2400" b="0" i="0" u="none">
                <a:solidFill>
                  <a:srgbClr val="1F2937"/>
                </a:solidFill>
                <a:latin typeface="Arial"/>
              </a:rPr>
              <a:t>No guess: shows the different</a:t>
            </a:r>
          </a:p>
          <a:p>
            <a:pPr algn="l">
              <a:spcBef>
                <a:spcPts val="0"/>
              </a:spcBef>
              <a:spcAft>
                <a:spcPts val="156"/>
              </a:spcAft>
            </a:pPr>
            <a:r>
              <a:rPr sz="2400" b="0" i="0" u="none">
                <a:solidFill>
                  <a:srgbClr val="1F2937"/>
                </a:solidFill>
                <a:latin typeface="Arial"/>
              </a:rPr>
              <a:t>readings to choose from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15910560" y="27934920"/>
            <a:ext cx="502920" cy="502920"/>
          </a:xfrm>
          <a:prstGeom prst="roundRect">
            <a:avLst>
              <a:gd name="adj" fmla="val 15000"/>
            </a:avLst>
          </a:prstGeom>
          <a:solidFill>
            <a:srgbClr val="E8F1FB"/>
          </a:solidFill>
          <a:ln w="31750">
            <a:solidFill>
              <a:srgbClr val="2F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16550640" y="27843480"/>
            <a:ext cx="3931920" cy="685800"/>
          </a:xfrm>
          <a:prstGeom prst="rect">
            <a:avLst/>
          </a:prstGeom>
          <a:noFill/>
        </p:spPr>
        <p:txBody>
          <a:bodyPr wrap="square" anchor="ctr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650"/>
              </a:spcAft>
            </a:pPr>
            <a:r>
              <a:rPr sz="2100" b="0" i="0" u="none">
                <a:solidFill>
                  <a:srgbClr val="1F2937"/>
                </a:solidFill>
                <a:latin typeface="Arial"/>
              </a:rPr>
              <a:t>Reproduced from CodeS</a:t>
            </a:r>
          </a:p>
        </p:txBody>
      </p:sp>
      <p:sp>
        <p:nvSpPr>
          <p:cNvPr id="119" name="Rounded Rectangle 118"/>
          <p:cNvSpPr/>
          <p:nvPr/>
        </p:nvSpPr>
        <p:spPr>
          <a:xfrm>
            <a:off x="20574000" y="27934920"/>
            <a:ext cx="502920" cy="502920"/>
          </a:xfrm>
          <a:prstGeom prst="roundRect">
            <a:avLst>
              <a:gd name="adj" fmla="val 15000"/>
            </a:avLst>
          </a:prstGeom>
          <a:solidFill>
            <a:srgbClr val="FFF4DC"/>
          </a:solidFill>
          <a:ln w="31750">
            <a:solidFill>
              <a:srgbClr val="C98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21214080" y="27843480"/>
            <a:ext cx="3931920" cy="685800"/>
          </a:xfrm>
          <a:prstGeom prst="rect">
            <a:avLst/>
          </a:prstGeom>
          <a:noFill/>
        </p:spPr>
        <p:txBody>
          <a:bodyPr wrap="square" anchor="ctr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650"/>
              </a:spcAft>
            </a:pPr>
            <a:r>
              <a:rPr sz="2100" b="0" i="0" u="none">
                <a:solidFill>
                  <a:srgbClr val="1F2937"/>
                </a:solidFill>
                <a:latin typeface="Arial"/>
              </a:rPr>
              <a:t>Our enhancement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25237440" y="27934920"/>
            <a:ext cx="502920" cy="502920"/>
          </a:xfrm>
          <a:prstGeom prst="roundRect">
            <a:avLst>
              <a:gd name="adj" fmla="val 15000"/>
            </a:avLst>
          </a:prstGeom>
          <a:solidFill>
            <a:srgbClr val="E8F5E9"/>
          </a:solidFill>
          <a:ln w="3175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25877520" y="27843480"/>
            <a:ext cx="3931920" cy="685800"/>
          </a:xfrm>
          <a:prstGeom prst="rect">
            <a:avLst/>
          </a:prstGeom>
          <a:noFill/>
        </p:spPr>
        <p:txBody>
          <a:bodyPr wrap="square" anchor="ctr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650"/>
              </a:spcAft>
            </a:pPr>
            <a:r>
              <a:rPr sz="2100" b="0" i="0" u="none">
                <a:solidFill>
                  <a:srgbClr val="1F2937"/>
                </a:solidFill>
                <a:latin typeface="Arial"/>
              </a:rPr>
              <a:t>Application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5727680" y="28575000"/>
            <a:ext cx="13533119" cy="731520"/>
          </a:xfrm>
          <a:prstGeom prst="rect">
            <a:avLst/>
          </a:prstGeom>
          <a:noFill/>
        </p:spPr>
        <p:txBody>
          <a:bodyPr wrap="square" anchor="t" lIns="73152" rIns="73152" tIns="27432" bIns="27432">
            <a:spAutoFit/>
          </a:bodyPr>
          <a:lstStyle/>
          <a:p>
            <a:pPr algn="ctr">
              <a:spcBef>
                <a:spcPts val="0"/>
              </a:spcBef>
              <a:spcAft>
                <a:spcPts val="650"/>
              </a:spcAft>
            </a:pPr>
            <a:r>
              <a:rPr sz="2100" b="1" i="0" u="none">
                <a:solidFill>
                  <a:srgbClr val="002060"/>
                </a:solidFill>
                <a:latin typeface="Arial"/>
              </a:rPr>
              <a:t>Desktop app (macOS · Windows) · runs locally on open weights</a:t>
            </a:r>
          </a:p>
        </p:txBody>
      </p:sp>
      <p:pic>
        <p:nvPicPr>
          <p:cNvPr id="124" name="Picture 123" descr="chart_reproduction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1394460" y="30678120"/>
            <a:ext cx="7863840" cy="4966636"/>
          </a:xfrm>
          <a:prstGeom prst="rect">
            <a:avLst/>
          </a:prstGeom>
        </p:spPr>
      </p:pic>
      <p:pic>
        <p:nvPicPr>
          <p:cNvPr id="125" name="Picture 124" descr="chart_enhancement.png"/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9395460" y="30678120"/>
            <a:ext cx="7863840" cy="4966636"/>
          </a:xfrm>
          <a:prstGeom prst="rect">
            <a:avLst/>
          </a:prstGeom>
        </p:spPr>
      </p:pic>
      <p:pic>
        <p:nvPicPr>
          <p:cNvPr id="126" name="Picture 125" descr="chart_wrong.png"/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1394460" y="35736195"/>
            <a:ext cx="7863840" cy="4966636"/>
          </a:xfrm>
          <a:prstGeom prst="rect">
            <a:avLst/>
          </a:prstGeom>
        </p:spPr>
      </p:pic>
      <p:pic>
        <p:nvPicPr>
          <p:cNvPr id="127" name="Picture 126" descr="chart_calibration.png"/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9395460" y="35736195"/>
            <a:ext cx="7863840" cy="4966636"/>
          </a:xfrm>
          <a:prstGeom prst="rect">
            <a:avLst/>
          </a:prstGeom>
        </p:spPr>
      </p:pic>
      <p:sp>
        <p:nvSpPr>
          <p:cNvPr id="128" name="TextBox 127"/>
          <p:cNvSpPr txBox="1"/>
          <p:nvPr/>
        </p:nvSpPr>
        <p:spPr>
          <a:xfrm>
            <a:off x="640080" y="40748551"/>
            <a:ext cx="17373600" cy="1085248"/>
          </a:xfrm>
          <a:prstGeom prst="rect">
            <a:avLst/>
          </a:prstGeom>
          <a:noFill/>
        </p:spPr>
        <p:txBody>
          <a:bodyPr wrap="square" anchor="t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176"/>
              </a:spcAft>
            </a:pPr>
            <a:r>
              <a:rPr sz="2200" b="1" i="0" u="none">
                <a:solidFill>
                  <a:srgbClr val="1F2937"/>
                </a:solidFill>
                <a:latin typeface="Arial"/>
              </a:rPr>
              <a:t>Significant: </a:t>
            </a:r>
            <a:r>
              <a:rPr sz="2200" b="0" i="0" u="none">
                <a:solidFill>
                  <a:srgbClr val="1F2937"/>
                </a:solidFill>
                <a:latin typeface="Arial"/>
              </a:rPr>
              <a:t>paired t-test p = 7.7×10⁻¹⁰, Wilcoxon p = 9.8×10⁻⁴, bootstrap 95% CI +4.5 to +6.7 points.</a:t>
            </a:r>
          </a:p>
          <a:p>
            <a:pPr algn="l">
              <a:spcBef>
                <a:spcPts val="0"/>
              </a:spcBef>
              <a:spcAft>
                <a:spcPts val="176"/>
              </a:spcAft>
            </a:pPr>
            <a:r>
              <a:rPr sz="2200" b="1" i="0" u="none">
                <a:solidFill>
                  <a:srgbClr val="1F2937"/>
                </a:solidFill>
                <a:latin typeface="Arial"/>
              </a:rPr>
              <a:t>Robust: </a:t>
            </a:r>
            <a:r>
              <a:rPr sz="2200" b="0" i="0" u="none">
                <a:solidFill>
                  <a:srgbClr val="1F2937"/>
                </a:solidFill>
                <a:latin typeface="Arial"/>
              </a:rPr>
              <a:t>counting each different query only once, accuracy at 90% coverage is still 83.5%.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18196560" y="30678120"/>
            <a:ext cx="6629400" cy="11109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C9D3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18288000" y="30769560"/>
            <a:ext cx="6446520" cy="10927080"/>
          </a:xfrm>
          <a:prstGeom prst="rect">
            <a:avLst/>
          </a:prstGeom>
          <a:noFill/>
        </p:spPr>
        <p:txBody>
          <a:bodyPr wrap="square" anchor="t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804"/>
              </a:spcAft>
            </a:pPr>
            <a:r>
              <a:rPr sz="2300" b="1" i="0" u="none">
                <a:solidFill>
                  <a:srgbClr val="1F2937"/>
                </a:solidFill>
                <a:latin typeface="Arial"/>
              </a:rPr>
              <a:t>[1] </a:t>
            </a:r>
            <a:r>
              <a:rPr sz="2300" b="0" i="0" u="none">
                <a:solidFill>
                  <a:srgbClr val="1F2937"/>
                </a:solidFill>
                <a:latin typeface="Arial"/>
              </a:rPr>
              <a:t>Li, H., et al. (2024). CodeS: Towards building open-source language models for text-to-SQL. arXiv:2402.16347.</a:t>
            </a:r>
          </a:p>
          <a:p>
            <a:pPr algn="l">
              <a:spcBef>
                <a:spcPts val="0"/>
              </a:spcBef>
              <a:spcAft>
                <a:spcPts val="804"/>
              </a:spcAft>
            </a:pPr>
            <a:r>
              <a:rPr sz="2300" b="1" i="0" u="none">
                <a:solidFill>
                  <a:srgbClr val="1F2937"/>
                </a:solidFill>
                <a:latin typeface="Arial"/>
              </a:rPr>
              <a:t>[2] </a:t>
            </a:r>
            <a:r>
              <a:rPr sz="2300" b="0" i="0" u="none">
                <a:solidFill>
                  <a:srgbClr val="1F2937"/>
                </a:solidFill>
                <a:latin typeface="Arial"/>
              </a:rPr>
              <a:t>Yu, T., et al. (2018). Spider: A large-scale human-labeled dataset for complex and cross-domain semantic parsing and text-to-SQL task. arXiv:1809.08887.</a:t>
            </a:r>
          </a:p>
          <a:p>
            <a:pPr algn="l">
              <a:spcBef>
                <a:spcPts val="0"/>
              </a:spcBef>
              <a:spcAft>
                <a:spcPts val="804"/>
              </a:spcAft>
            </a:pPr>
            <a:r>
              <a:rPr sz="2300" b="1" i="0" u="none">
                <a:solidFill>
                  <a:srgbClr val="1F2937"/>
                </a:solidFill>
                <a:latin typeface="Arial"/>
              </a:rPr>
              <a:t>[3] </a:t>
            </a:r>
            <a:r>
              <a:rPr sz="2300" b="0" i="0" u="none">
                <a:solidFill>
                  <a:srgbClr val="1F2937"/>
                </a:solidFill>
                <a:latin typeface="Arial"/>
              </a:rPr>
              <a:t>Deng, X., et al. (2020). Structure-grounded pretraining for text-to-SQL. arXiv:2010.12773.</a:t>
            </a:r>
          </a:p>
          <a:p>
            <a:pPr algn="l">
              <a:spcBef>
                <a:spcPts val="0"/>
              </a:spcBef>
              <a:spcAft>
                <a:spcPts val="804"/>
              </a:spcAft>
            </a:pPr>
            <a:r>
              <a:rPr sz="2300" b="1" i="0" u="none">
                <a:solidFill>
                  <a:srgbClr val="1F2937"/>
                </a:solidFill>
                <a:latin typeface="Arial"/>
              </a:rPr>
              <a:t>[4] </a:t>
            </a:r>
            <a:r>
              <a:rPr sz="2300" b="0" i="0" u="none">
                <a:solidFill>
                  <a:srgbClr val="1F2937"/>
                </a:solidFill>
                <a:latin typeface="Arial"/>
              </a:rPr>
              <a:t>Li, J., et al. (2023). Can LLM already serve as a database interface? A big bench for large-scale database grounded text-to-SQLs. arXiv:2305.03111.</a:t>
            </a:r>
          </a:p>
          <a:p>
            <a:pPr algn="l">
              <a:spcBef>
                <a:spcPts val="0"/>
              </a:spcBef>
              <a:spcAft>
                <a:spcPts val="804"/>
              </a:spcAft>
            </a:pPr>
            <a:r>
              <a:rPr sz="2300" b="1" i="0" u="none">
                <a:solidFill>
                  <a:srgbClr val="1F2937"/>
                </a:solidFill>
                <a:latin typeface="Arial"/>
              </a:rPr>
              <a:t>[5] </a:t>
            </a:r>
            <a:r>
              <a:rPr sz="2300" b="0" i="0" u="none">
                <a:solidFill>
                  <a:srgbClr val="1F2937"/>
                </a:solidFill>
                <a:latin typeface="Arial"/>
              </a:rPr>
              <a:t>Pourreza, M., &amp; Rafiei, D. (2023). DIN-SQL: Decomposed in-context learning of text-to-SQL with self-correction. arXiv:2304.11015.</a:t>
            </a:r>
          </a:p>
          <a:p>
            <a:pPr algn="l">
              <a:spcBef>
                <a:spcPts val="0"/>
              </a:spcBef>
              <a:spcAft>
                <a:spcPts val="804"/>
              </a:spcAft>
            </a:pPr>
            <a:r>
              <a:rPr sz="2300" b="1" i="0" u="none">
                <a:solidFill>
                  <a:srgbClr val="1F2937"/>
                </a:solidFill>
                <a:latin typeface="Arial"/>
              </a:rPr>
              <a:t>[6] </a:t>
            </a:r>
            <a:r>
              <a:rPr sz="2300" b="0" i="0" u="none">
                <a:solidFill>
                  <a:srgbClr val="1F2937"/>
                </a:solidFill>
                <a:latin typeface="Arial"/>
              </a:rPr>
              <a:t>Wang, X., et al. (2022). Self-consistency improves chain of thought reasoning in language models. arXiv:2203.11171.</a:t>
            </a:r>
          </a:p>
          <a:p>
            <a:pPr algn="l">
              <a:spcBef>
                <a:spcPts val="0"/>
              </a:spcBef>
              <a:spcAft>
                <a:spcPts val="804"/>
              </a:spcAft>
            </a:pPr>
            <a:r>
              <a:rPr sz="2300" b="1" i="0" u="none">
                <a:solidFill>
                  <a:srgbClr val="1F2937"/>
                </a:solidFill>
                <a:latin typeface="Arial"/>
              </a:rPr>
              <a:t>[7] </a:t>
            </a:r>
            <a:r>
              <a:rPr sz="2300" b="0" i="0" u="none">
                <a:solidFill>
                  <a:srgbClr val="1F2937"/>
                </a:solidFill>
                <a:latin typeface="Arial"/>
              </a:rPr>
              <a:t>Geifman, Y., &amp; El-Yaniv, R. (2017). Selective classification for deep neural networks. arXiv:1705.08500.</a:t>
            </a:r>
          </a:p>
          <a:p>
            <a:pPr algn="l">
              <a:spcBef>
                <a:spcPts val="0"/>
              </a:spcBef>
              <a:spcAft>
                <a:spcPts val="804"/>
              </a:spcAft>
            </a:pPr>
            <a:r>
              <a:rPr sz="2300" b="1" i="0" u="none">
                <a:solidFill>
                  <a:srgbClr val="1F2937"/>
                </a:solidFill>
                <a:latin typeface="Arial"/>
              </a:rPr>
              <a:t>[8] </a:t>
            </a:r>
            <a:r>
              <a:rPr sz="2300" b="0" i="0" u="none">
                <a:solidFill>
                  <a:srgbClr val="1F2937"/>
                </a:solidFill>
                <a:latin typeface="Arial"/>
              </a:rPr>
              <a:t>Zhong, R., Yu, T., &amp; Klein, D. (2020). Semantic evaluation for text-to-SQL with distilled test suites. arXiv:2010.02840.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25008839" y="30678120"/>
            <a:ext cx="4617720" cy="5120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C9D3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25100280" y="30769560"/>
            <a:ext cx="4434840" cy="4937760"/>
          </a:xfrm>
          <a:prstGeom prst="rect">
            <a:avLst/>
          </a:prstGeom>
          <a:noFill/>
        </p:spPr>
        <p:txBody>
          <a:bodyPr wrap="square" anchor="t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125"/>
              </a:spcAft>
            </a:pPr>
            <a:r>
              <a:rPr sz="2700" b="1" i="0" u="none">
                <a:solidFill>
                  <a:srgbClr val="002060"/>
                </a:solidFill>
                <a:latin typeface="Arial"/>
              </a:rPr>
              <a:t>Supervisor</a:t>
            </a:r>
          </a:p>
          <a:p>
            <a:pPr algn="l">
              <a:spcBef>
                <a:spcPts val="0"/>
              </a:spcBef>
              <a:spcAft>
                <a:spcPts val="125"/>
              </a:spcAft>
            </a:pPr>
            <a:r>
              <a:rPr sz="2500" b="0" i="0" u="none">
                <a:solidFill>
                  <a:srgbClr val="1F2937"/>
                </a:solidFill>
                <a:latin typeface="Arial"/>
              </a:rPr>
              <a:t>M Parameswar</a:t>
            </a:r>
          </a:p>
          <a:p>
            <a:pPr algn="l">
              <a:spcBef>
                <a:spcPts val="0"/>
              </a:spcBef>
              <a:spcAft>
                <a:spcPts val="125"/>
              </a:spcAft>
            </a:pPr>
            <a:r>
              <a:rPr sz="2200" b="0" i="0" u="none">
                <a:solidFill>
                  <a:srgbClr val="4B5563"/>
                </a:solidFill>
                <a:latin typeface="Arial"/>
              </a:rPr>
              <a:t>Associate Professor</a:t>
            </a:r>
          </a:p>
          <a:p>
            <a:pPr algn="l">
              <a:spcBef>
                <a:spcPts val="0"/>
              </a:spcBef>
              <a:spcAft>
                <a:spcPts val="125"/>
              </a:spcAft>
            </a:pPr>
            <a:r>
              <a:rPr sz="2700" b="1" i="0" u="none">
                <a:solidFill>
                  <a:srgbClr val="002060"/>
                </a:solidFill>
                <a:latin typeface="Arial"/>
              </a:rPr>
              <a:t>Team 18</a:t>
            </a:r>
          </a:p>
          <a:p>
            <a:pPr algn="l">
              <a:spcBef>
                <a:spcPts val="0"/>
              </a:spcBef>
              <a:spcAft>
                <a:spcPts val="125"/>
              </a:spcAft>
            </a:pPr>
            <a:r>
              <a:rPr sz="2100" b="1" i="0" u="none">
                <a:solidFill>
                  <a:srgbClr val="4B5563"/>
                </a:solidFill>
                <a:latin typeface="Arial"/>
              </a:rPr>
              <a:t>2320090050</a:t>
            </a:r>
          </a:p>
          <a:p>
            <a:pPr algn="l">
              <a:spcBef>
                <a:spcPts val="0"/>
              </a:spcBef>
              <a:spcAft>
                <a:spcPts val="125"/>
              </a:spcAft>
            </a:pPr>
            <a:r>
              <a:rPr sz="2200" b="0" i="0" u="none">
                <a:solidFill>
                  <a:srgbClr val="1F2937"/>
                </a:solidFill>
                <a:latin typeface="Arial"/>
              </a:rPr>
              <a:t>N V V S S Jayakanth Kamisetti</a:t>
            </a:r>
          </a:p>
          <a:p>
            <a:pPr algn="l">
              <a:spcBef>
                <a:spcPts val="0"/>
              </a:spcBef>
              <a:spcAft>
                <a:spcPts val="125"/>
              </a:spcAft>
            </a:pPr>
            <a:r>
              <a:rPr sz="2100" b="1" i="0" u="none">
                <a:solidFill>
                  <a:srgbClr val="4B5563"/>
                </a:solidFill>
                <a:latin typeface="Arial"/>
              </a:rPr>
              <a:t>2320090009</a:t>
            </a:r>
          </a:p>
          <a:p>
            <a:pPr algn="l">
              <a:spcBef>
                <a:spcPts val="0"/>
              </a:spcBef>
              <a:spcAft>
                <a:spcPts val="125"/>
              </a:spcAft>
            </a:pPr>
            <a:r>
              <a:rPr sz="2200" b="0" i="0" u="none">
                <a:solidFill>
                  <a:srgbClr val="1F2937"/>
                </a:solidFill>
                <a:latin typeface="Arial"/>
              </a:rPr>
              <a:t>Boddupally Narendar</a:t>
            </a:r>
          </a:p>
          <a:p>
            <a:pPr algn="l">
              <a:spcBef>
                <a:spcPts val="0"/>
              </a:spcBef>
              <a:spcAft>
                <a:spcPts val="125"/>
              </a:spcAft>
            </a:pPr>
            <a:r>
              <a:rPr sz="2100" b="1" i="0" u="none">
                <a:solidFill>
                  <a:srgbClr val="4B5563"/>
                </a:solidFill>
                <a:latin typeface="Arial"/>
              </a:rPr>
              <a:t>2320090018</a:t>
            </a:r>
          </a:p>
          <a:p>
            <a:pPr algn="l">
              <a:spcBef>
                <a:spcPts val="0"/>
              </a:spcBef>
              <a:spcAft>
                <a:spcPts val="125"/>
              </a:spcAft>
            </a:pPr>
            <a:r>
              <a:rPr sz="2200" b="0" i="0" u="none">
                <a:solidFill>
                  <a:srgbClr val="1F2937"/>
                </a:solidFill>
                <a:latin typeface="Arial"/>
              </a:rPr>
              <a:t>M Praneeth Reddy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25008839" y="36027360"/>
            <a:ext cx="4617720" cy="73152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650"/>
              </a:spcAft>
            </a:pPr>
            <a:r>
              <a:rPr sz="3800" b="1" i="0" u="none">
                <a:solidFill>
                  <a:srgbClr val="FFFFFF"/>
                </a:solidFill>
                <a:latin typeface="Arial"/>
              </a:rPr>
              <a:t>Future Work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25008839" y="36896040"/>
            <a:ext cx="4617720" cy="4892040"/>
          </a:xfrm>
          <a:prstGeom prst="rect">
            <a:avLst/>
          </a:prstGeom>
          <a:noFill/>
        </p:spPr>
        <p:txBody>
          <a:bodyPr wrap="square" anchor="t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719"/>
              </a:spcAft>
            </a:pPr>
            <a:r>
              <a:rPr sz="2400" b="0" i="0" u="none">
                <a:solidFill>
                  <a:srgbClr val="1F2937"/>
                </a:solidFill>
                <a:latin typeface="Arial"/>
              </a:rPr>
              <a:t>• CodeS-3B and more, more diverse candidate queries</a:t>
            </a:r>
          </a:p>
          <a:p>
            <a:pPr algn="l">
              <a:spcBef>
                <a:spcPts val="0"/>
              </a:spcBef>
              <a:spcAft>
                <a:spcPts val="719"/>
              </a:spcAft>
            </a:pPr>
            <a:r>
              <a:rPr sz="2400" b="0" i="0" u="none">
                <a:solidFill>
                  <a:srgbClr val="1F2937"/>
                </a:solidFill>
                <a:latin typeface="Arial"/>
              </a:rPr>
              <a:t>• Real-world databases (BIRD)</a:t>
            </a:r>
          </a:p>
          <a:p>
            <a:pPr algn="l">
              <a:spcBef>
                <a:spcPts val="0"/>
              </a:spcBef>
              <a:spcAft>
                <a:spcPts val="719"/>
              </a:spcAft>
            </a:pPr>
            <a:r>
              <a:rPr sz="2400" b="0" i="0" u="none">
                <a:solidFill>
                  <a:srgbClr val="1F2937"/>
                </a:solidFill>
                <a:latin typeface="Arial"/>
              </a:rPr>
              <a:t>• A platform for any database (Spark, Snowflake, NoSQL) with access control</a:t>
            </a:r>
          </a:p>
        </p:txBody>
      </p:sp>
    </p:spTree>
    <p:extLst>
      <p:ext uri="{BB962C8B-B14F-4D97-AF65-F5344CB8AC3E}">
        <p14:creationId xmlns:p14="http://schemas.microsoft.com/office/powerpoint/2010/main" val="21378431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Yellow">
      <a:dk1>
        <a:sysClr val="windowText" lastClr="000000"/>
      </a:dk1>
      <a:lt1>
        <a:sysClr val="window" lastClr="FFFFFF"/>
      </a:lt1>
      <a:dk2>
        <a:srgbClr val="39302A"/>
      </a:dk2>
      <a:lt2>
        <a:srgbClr val="E5DEDB"/>
      </a:lt2>
      <a:accent1>
        <a:srgbClr val="FFCA08"/>
      </a:accent1>
      <a:accent2>
        <a:srgbClr val="F8931D"/>
      </a:accent2>
      <a:accent3>
        <a:srgbClr val="CE8D3E"/>
      </a:accent3>
      <a:accent4>
        <a:srgbClr val="EC7016"/>
      </a:accent4>
      <a:accent5>
        <a:srgbClr val="E64823"/>
      </a:accent5>
      <a:accent6>
        <a:srgbClr val="9C6A6A"/>
      </a:accent6>
      <a:hlink>
        <a:srgbClr val="2998E3"/>
      </a:hlink>
      <a:folHlink>
        <a:srgbClr val="7F723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649</TotalTime>
  <Words>41</Words>
  <Application>Microsoft Macintosh PowerPoint</Application>
  <PresentationFormat>Custom</PresentationFormat>
  <Paragraphs>16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7" baseType="lpstr">
      <vt:lpstr>Aptos</vt:lpstr>
      <vt:lpstr>Aptos Display</vt:lpstr>
      <vt:lpstr>Arial</vt:lpstr>
      <vt:lpstr>Times New Roman</vt:lpstr>
      <vt:lpstr>Trebuchet MS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Dr. Jagan Mohan Reddy D</dc:creator>
  <cp:lastModifiedBy>Dr. Jagan Mohan Reddy D</cp:lastModifiedBy>
  <cp:revision>14</cp:revision>
  <dcterms:created xsi:type="dcterms:W3CDTF">2026-10-01T03:51:11Z</dcterms:created>
  <dcterms:modified xsi:type="dcterms:W3CDTF">2026-10-08T04:27:16Z</dcterms:modified>
</cp:coreProperties>
</file>