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64" r:id="rId2"/>
    <p:sldId id="265" r:id="rId3"/>
    <p:sldId id="270" r:id="rId4"/>
    <p:sldId id="266" r:id="rId5"/>
    <p:sldId id="269" r:id="rId6"/>
    <p:sldId id="275" r:id="rId7"/>
    <p:sldId id="267" r:id="rId8"/>
    <p:sldId id="268" r:id="rId9"/>
    <p:sldId id="272" r:id="rId10"/>
    <p:sldId id="271" r:id="rId11"/>
    <p:sldId id="276" r:id="rId12"/>
    <p:sldId id="273" r:id="rId13"/>
    <p:sldId id="277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7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0"/>
    <p:restoredTop sz="94747"/>
  </p:normalViewPr>
  <p:slideViewPr>
    <p:cSldViewPr snapToGrid="0">
      <p:cViewPr>
        <p:scale>
          <a:sx n="115" d="100"/>
          <a:sy n="115" d="100"/>
        </p:scale>
        <p:origin x="96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9F710-3F52-6D41-8DB8-0B9A5127554D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E01AF-D756-414C-96CA-00F6CC1B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46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80D2-3210-912A-EAB9-9FB8B9C99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9709-DACA-6248-E100-B0ECBF06C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E0CAD-274A-8EB8-41BB-0A2DAD95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89FD7-650A-4B41-A47C-7DB9A1398E28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D9FF-5437-8580-7E8D-5E093A48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77B7-A933-51E1-7ED8-C5FD3C16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7CD3A4-E3C5-6637-8CF3-7C98EFEBC05E}"/>
              </a:ext>
            </a:extLst>
          </p:cNvPr>
          <p:cNvGrpSpPr/>
          <p:nvPr userDrawn="1"/>
        </p:nvGrpSpPr>
        <p:grpSpPr>
          <a:xfrm>
            <a:off x="8107323" y="5978820"/>
            <a:ext cx="3874494" cy="339792"/>
            <a:chOff x="5297214" y="5609063"/>
            <a:chExt cx="3874494" cy="339792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6EB4AF5-76D0-6A68-E198-C80710486E1D}"/>
                </a:ext>
              </a:extLst>
            </p:cNvPr>
            <p:cNvSpPr/>
            <p:nvPr/>
          </p:nvSpPr>
          <p:spPr>
            <a:xfrm>
              <a:off x="5297214" y="5875283"/>
              <a:ext cx="798786" cy="73572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E1CC496-B217-F290-09C2-CF6A0B49EAD9}"/>
                </a:ext>
              </a:extLst>
            </p:cNvPr>
            <p:cNvSpPr/>
            <p:nvPr/>
          </p:nvSpPr>
          <p:spPr>
            <a:xfrm>
              <a:off x="6322450" y="5875283"/>
              <a:ext cx="798786" cy="73572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458E0D9-8B49-F020-136E-83D1B4C8EF37}"/>
                </a:ext>
              </a:extLst>
            </p:cNvPr>
            <p:cNvSpPr/>
            <p:nvPr/>
          </p:nvSpPr>
          <p:spPr>
            <a:xfrm>
              <a:off x="7347686" y="5869884"/>
              <a:ext cx="798786" cy="73572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8314F5A-4EF0-C4B4-5B93-AAFDDA8ED12A}"/>
                </a:ext>
              </a:extLst>
            </p:cNvPr>
            <p:cNvSpPr/>
            <p:nvPr/>
          </p:nvSpPr>
          <p:spPr>
            <a:xfrm>
              <a:off x="8372922" y="5869884"/>
              <a:ext cx="798786" cy="7357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895E10-1CAD-688A-3DB4-D04D36067FE0}"/>
                </a:ext>
              </a:extLst>
            </p:cNvPr>
            <p:cNvSpPr txBox="1"/>
            <p:nvPr/>
          </p:nvSpPr>
          <p:spPr>
            <a:xfrm>
              <a:off x="5297214" y="5609063"/>
              <a:ext cx="379783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002060"/>
                  </a:solidFill>
                </a:rPr>
                <a:t>STUDENTS       |    INNOVATION     |      RESEARCH        |          IMPACT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E9C68B6-2386-1C47-3707-FBD3182CEE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60" y="132452"/>
            <a:ext cx="30353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3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D5C5-34BB-D05C-5BF1-D3EBB9BA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47A8-E79B-B989-D2F4-E5FA5C71C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EEB9-1376-EE8F-F3DC-3FCFE186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174ED-A240-DA45-95BF-9EC07CF61638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384B-BA06-0930-C01C-B2F6086C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B126-C958-C555-6CFA-73CE22E1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9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D28E-80CC-F7AA-32D7-B6BC8EA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718AA-1385-5C98-0620-D46E4EB3D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891A3-72AB-D73B-8135-C924572A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DAB2-1A6D-0D4B-88BD-E82C6C2F515C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52309-F54E-EADA-1B95-D5D29CFC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47D4D-C2F1-14A0-DB09-545C9E46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CD33-3C2D-BA95-6FC7-E8F2C270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6976-4EEE-6FF8-C74E-E83ED7951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6B0CA-C266-3574-3AEF-337918AD2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CF2A0-02E1-51C5-5759-BC8B15CB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E3A2-088A-1D40-8603-26F52BE22814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9E6B7-6CE7-B841-9BFE-410A0CB7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247AA-0BC7-711F-DA03-1EECB85D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93B1-E183-30AC-47C3-21AC8F75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4F9DE-EF14-7665-901E-4880A8D0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C9DB0-FEE4-35F7-9E4F-44CEA1464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66758-71E4-5F6B-675E-D1ECA0F96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2D50A-0E2E-96E7-05EC-52A743BA3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97762-018C-12BC-04DB-6E7E88C0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1085-6EF0-CB42-9261-A0DFFE6B0901}" type="datetime1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C95DE-965E-895A-DBB2-B12F5DA0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6364D-694A-6CA7-B515-4407450E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5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3264-EBD3-3D1C-0FC0-833B97AA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267DA-78FA-229A-BDF6-3EB519EA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08155-6D39-E346-91FD-3DEC50B40A03}" type="datetime1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6282F-E5CA-8CF4-6042-8E073B76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B1BE6-C620-0CBA-57BA-190BC439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C1A99-8DAE-9613-1174-ACFD5574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8D81-DEF3-2B44-A23B-DA2B8661119C}" type="datetime1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C0C3C-FAD8-81F9-1824-6EBFF435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7FDA3-15A7-8D68-D9AA-BAB73E68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7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77DF-3358-881E-2F48-C5FE9EBD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003E0-17B9-1DB5-6348-2E2985E2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52784-4692-7036-E89B-B1F462776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BC907-6808-EB7A-21CC-5927FF50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F80-2303-284B-B68E-5D73CF852739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C2BC6-C248-AC24-F465-FB9E556E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9868C-55F4-3EF2-38B6-D9E379DD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5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6681-A4F3-464B-9B36-3D2554B2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22278-9479-94E9-D59F-D556B16BF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C56DC-F45F-AEE8-F25F-92AA686F9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19543-A28E-71D0-F201-4C6DA3D3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30A6-8BD3-2B40-A6F6-7469DDA1C381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414BC-640B-3629-FBBB-1DE6F5F9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6521F-240F-37D7-DA3B-7BCFAEC4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2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F38-9505-8578-AA43-638C99C1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15CF6-DA69-9F0C-3071-AF5DEEFD6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0D348-45B5-F666-DEA7-93D3F7C2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D498-F0B9-6E47-9392-9A3A59B63216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2C03D-B434-7AD0-8324-A8722985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DC2E-99F3-5512-42AA-38731A55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9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72120-70B8-1E4B-D211-AE4F23EDE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FE469-F259-EBEE-F382-0506895E0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1F4DD-7ABA-78CD-F2CA-14BE94C9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889F3-D91E-454F-BA67-FCF4939D51C5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CB28F-35DC-5294-9DA9-786B75EC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3FEE-C90B-CDF5-9562-CC93F8FD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5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08B6F-8CC1-E0E9-AA2E-1B007427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CFCE2-44B5-14D0-6A3B-CBCF7F8F5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BEAC-4286-09DA-3AD0-5D588AA60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0DF6D-B19F-AF48-A4B2-8ECC3A443320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F0DC-7878-B607-45D5-6F8D06D70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BBAB7-AC82-3663-8F80-B1959BD23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0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987-A089-04F2-3763-62E5D827B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7779"/>
            <a:ext cx="9144000" cy="144818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BF962-D7B8-3044-BC3C-112E78CC1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602038"/>
            <a:ext cx="5284424" cy="1364818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/>
              <a:t>Presented by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University ID : Name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University ID : Name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University ID :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207E50-8B7C-54B1-3E27-4620CCBA6CF4}"/>
              </a:ext>
            </a:extLst>
          </p:cNvPr>
          <p:cNvSpPr txBox="1">
            <a:spLocks/>
          </p:cNvSpPr>
          <p:nvPr/>
        </p:nvSpPr>
        <p:spPr>
          <a:xfrm>
            <a:off x="605928" y="4772747"/>
            <a:ext cx="5850628" cy="1639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olidFill>
                  <a:srgbClr val="0070C0"/>
                </a:solidFill>
              </a:rPr>
              <a:t>Supervisor Name</a:t>
            </a:r>
          </a:p>
          <a:p>
            <a:pPr algn="l"/>
            <a:r>
              <a:rPr lang="en-US" sz="1800" b="1" dirty="0">
                <a:solidFill>
                  <a:srgbClr val="0070C0"/>
                </a:solidFill>
              </a:rPr>
              <a:t>&lt;Associate/Assistant Professor&gt;</a:t>
            </a:r>
          </a:p>
          <a:p>
            <a:pPr algn="l"/>
            <a:r>
              <a:rPr lang="en-US" sz="1800" b="1" dirty="0">
                <a:solidFill>
                  <a:srgbClr val="0070C0"/>
                </a:solidFill>
              </a:rPr>
              <a:t>Dept of Computer Science &amp; Information Technology</a:t>
            </a:r>
          </a:p>
          <a:p>
            <a:pPr algn="l"/>
            <a:r>
              <a:rPr lang="en-US" sz="1800" b="1" dirty="0">
                <a:solidFill>
                  <a:srgbClr val="0070C0"/>
                </a:solidFill>
              </a:rPr>
              <a:t>KLEF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840D99-F374-9763-26DC-22333636F187}"/>
              </a:ext>
            </a:extLst>
          </p:cNvPr>
          <p:cNvSpPr txBox="1">
            <a:spLocks/>
          </p:cNvSpPr>
          <p:nvPr/>
        </p:nvSpPr>
        <p:spPr>
          <a:xfrm>
            <a:off x="2950231" y="1146011"/>
            <a:ext cx="6291538" cy="5446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</a:rPr>
              <a:t>Capstone Project – I (Review – III)</a:t>
            </a:r>
          </a:p>
        </p:txBody>
      </p:sp>
    </p:spTree>
    <p:extLst>
      <p:ext uri="{BB962C8B-B14F-4D97-AF65-F5344CB8AC3E}">
        <p14:creationId xmlns:p14="http://schemas.microsoft.com/office/powerpoint/2010/main" val="2458357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0424-00EE-4DF7-F2C6-50391674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BC2F5-B651-06DA-36E3-17F7CACB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975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Problem Statement</a:t>
            </a:r>
          </a:p>
          <a:p>
            <a:r>
              <a:rPr lang="en-US" sz="2000" dirty="0">
                <a:solidFill>
                  <a:srgbClr val="002060"/>
                </a:solidFill>
              </a:rPr>
              <a:t>Related Research Papers</a:t>
            </a:r>
          </a:p>
          <a:p>
            <a:r>
              <a:rPr lang="en-US" sz="2000" dirty="0">
                <a:solidFill>
                  <a:srgbClr val="002060"/>
                </a:solidFill>
              </a:rPr>
              <a:t>Research Gap</a:t>
            </a:r>
          </a:p>
          <a:p>
            <a:r>
              <a:rPr lang="en-US" sz="2000" dirty="0">
                <a:solidFill>
                  <a:srgbClr val="002060"/>
                </a:solidFill>
              </a:rPr>
              <a:t>Proposed Methodology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Dataset(s), if any (detailed analysis) 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Architecture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Experimental Results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Limitations</a:t>
            </a:r>
          </a:p>
          <a:p>
            <a:r>
              <a:rPr lang="en-US" sz="2000" dirty="0">
                <a:solidFill>
                  <a:srgbClr val="002060"/>
                </a:solidFill>
              </a:rPr>
              <a:t>Conclusion and Future work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References</a:t>
            </a:r>
          </a:p>
          <a:p>
            <a:r>
              <a:rPr lang="en-US" sz="2000" dirty="0">
                <a:solidFill>
                  <a:srgbClr val="002060"/>
                </a:solidFill>
              </a:rPr>
              <a:t>GitHub URL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35C7C-EF9D-FCB1-DF74-2DB4E72E3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4A32-8F04-1943-802A-C9FBB26EC24A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8BCEB-E212-A36D-4C59-EFFA0544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78211-B63A-D5D3-1A95-6D7F9A77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0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47EC-F709-BA87-FB72-313CFD69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ACFE-A3CB-D225-E1F3-DC82C307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Problem </a:t>
            </a:r>
            <a:r>
              <a:rPr lang="en-US" dirty="0"/>
              <a:t>S</a:t>
            </a:r>
            <a:r>
              <a:rPr lang="en-US" b="1" dirty="0">
                <a:solidFill>
                  <a:srgbClr val="002060"/>
                </a:solidFill>
              </a:rPr>
              <a:t>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20EC-224E-A5B3-968C-E3C7BFDF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you're solving and its significance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97FD9-FF55-8E92-EA19-D5FD1F60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00A-D16C-3B40-8185-90328C927830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FE720-1719-C0FB-48A2-C6350721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550DB-866A-4060-3369-159531E4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7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B8A5-CBB4-AB86-EE45-892BA927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87D798-5446-8714-262B-462E922AA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50429"/>
              </p:ext>
            </p:extLst>
          </p:nvPr>
        </p:nvGraphicFramePr>
        <p:xfrm>
          <a:off x="614275" y="2501900"/>
          <a:ext cx="1119334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DFD4E5-BFA1-8D55-9C9A-9EE1A2351655}"/>
              </a:ext>
            </a:extLst>
          </p:cNvPr>
          <p:cNvSpPr txBox="1"/>
          <p:nvPr/>
        </p:nvSpPr>
        <p:spPr>
          <a:xfrm>
            <a:off x="758537" y="1726962"/>
            <a:ext cx="9898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Identify at least 15 research papers related to your problem statement in the below format.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4740B-AAA5-3152-1996-F594D7D4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568E-C387-9B40-BD24-1518678F924E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3002C-7857-DB27-C3BE-D508C739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59B93-5ED4-1EDF-5B12-9EF76BB6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0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66CB-2487-4483-7A3C-144E3612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1DDD5-31DF-2931-1FD3-5D32C8A4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746A0-BCAA-DB47-A304-60DC8EAF6A6A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E0FB-A341-4077-1F0B-4085C403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A0E1-4DF3-B45D-7384-5C0FD4E0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00087-2C29-5A7C-8875-4E5FDFFA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C954-D482-DD20-D4D3-8F5E040D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Research Gap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7ADB7-E231-E6CC-9094-7CC3A70A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D236-B417-294F-BBBE-C7A286434AA3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D29AF-6342-E7F4-8AF5-C9FEACB7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1B252-9D5A-46B2-7B97-424B7EBDA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3AE00B-7237-3222-6252-A90642CC8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b="1" dirty="0"/>
              <a:t>What is not implemented in previous work</a:t>
            </a:r>
          </a:p>
          <a:p>
            <a:pPr lvl="1"/>
            <a:r>
              <a:rPr lang="en-US" dirty="0"/>
              <a:t>At least 2 to 3 points need be addressed</a:t>
            </a:r>
          </a:p>
        </p:txBody>
      </p:sp>
    </p:spTree>
    <p:extLst>
      <p:ext uri="{BB962C8B-B14F-4D97-AF65-F5344CB8AC3E}">
        <p14:creationId xmlns:p14="http://schemas.microsoft.com/office/powerpoint/2010/main" val="3903839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DDE0-8A2C-ED6B-154D-D21691F7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DDA3-3837-1013-1D85-7CA3CDCC8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 description (if nay)</a:t>
            </a:r>
          </a:p>
          <a:p>
            <a:pPr lvl="1"/>
            <a:r>
              <a:rPr lang="en-US" dirty="0"/>
              <a:t>If there is no dataset, ignore this slide.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3433D-1A8D-34BE-746E-4D6CB054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E8AD-192B-7F42-99AD-47E9E13490CA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D4282-3899-E404-7E9F-A0A5C3FE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DA996-170E-B445-FC15-75A2393A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5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3DF0-FB58-63D4-45FC-2D647681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99294-2DD4-54FB-DEAC-067E7BB8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Your Architecture Diagram</a:t>
            </a:r>
          </a:p>
          <a:p>
            <a:pPr lvl="1"/>
            <a:r>
              <a:rPr lang="en-US" dirty="0"/>
              <a:t>Detailed components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63CBD-81DA-5839-1A5B-ED1925DB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A945-9C1A-0343-9B5F-39873411408B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34077-3BB5-701D-EF33-49FF24C0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FBE0-DFBE-5CA0-CE2E-E444F7F5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1173-DB9D-2A55-1AC2-0B9A8596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75B2-4CCF-E3CC-67EB-BAFDAAE3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Experimental results</a:t>
            </a:r>
          </a:p>
          <a:p>
            <a:pPr lvl="1"/>
            <a:r>
              <a:rPr lang="en-US" dirty="0"/>
              <a:t>Tables and graphs</a:t>
            </a:r>
          </a:p>
          <a:p>
            <a:pPr lvl="1"/>
            <a:r>
              <a:rPr lang="en-US" dirty="0"/>
              <a:t>Metrics (as applicable)</a:t>
            </a:r>
          </a:p>
          <a:p>
            <a:pPr lvl="2"/>
            <a:r>
              <a:rPr lang="en-US" dirty="0"/>
              <a:t>Accuracy</a:t>
            </a:r>
          </a:p>
          <a:p>
            <a:pPr lvl="2"/>
            <a:r>
              <a:rPr lang="en-US" dirty="0"/>
              <a:t>Precision</a:t>
            </a:r>
          </a:p>
          <a:p>
            <a:pPr lvl="2"/>
            <a:r>
              <a:rPr lang="en-US" dirty="0"/>
              <a:t>Recall</a:t>
            </a:r>
          </a:p>
          <a:p>
            <a:pPr lvl="2"/>
            <a:r>
              <a:rPr lang="en-US" dirty="0"/>
              <a:t>F1-mesuare </a:t>
            </a:r>
          </a:p>
          <a:p>
            <a:pPr lvl="2"/>
            <a:r>
              <a:rPr lang="en-US" dirty="0"/>
              <a:t>So on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72D5D-E060-CC29-4E2D-904293E1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C7BF-7E52-F84D-BBD9-F6742F868241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BCB13-628F-A290-8CEE-D654DE24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FE733-A014-2277-A8AD-3C947A3A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89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656B-0821-0969-8445-5D6D4A10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7D505-03EF-17A6-20CD-8D127B1A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Limitations about your study </a:t>
            </a:r>
          </a:p>
          <a:p>
            <a:pPr lvl="1"/>
            <a:r>
              <a:rPr lang="en-US" dirty="0"/>
              <a:t>At least 2-3 lines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E82D3-E182-179D-574D-773B1CAFE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AF9BD-4CE1-4F41-8881-4677D6C6A92E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F2586-884C-0E17-0CFF-7C0DA97C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3F515-7425-9F7A-7E25-256E3DF8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7E34-D1B7-0596-4C1E-D919915F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F884-61AD-A5E1-E18D-8E63F49E7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Conclusion and Future work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DFE86-25CE-15E8-0155-62C13647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7EF7-0300-3748-8752-B57D6AA0FBD4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DF5BC-18A7-9FF8-B887-7137BFCA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1F47F-CAAA-99D7-1865-C58A425A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67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C1D4-A931-668D-A188-5C11E68A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35C1D-7495-EB2D-9FA3-079F41663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APA style format only</a:t>
            </a:r>
          </a:p>
          <a:p>
            <a:pPr lvl="1"/>
            <a:r>
              <a:rPr lang="en-US" dirty="0"/>
              <a:t>At least 10 reference in small font (8pt)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81438-5716-1A4A-FC8D-69CAACD85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9F85D-9AD8-654D-8B82-82A84DE6106B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E631B-D82B-58A8-37FF-FF102F86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F3908-E319-5D95-666C-95165647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9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924E-6BBF-582A-7E58-FBDE1B4D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5154"/>
            <a:ext cx="10515600" cy="1325563"/>
          </a:xfrm>
        </p:spPr>
        <p:txBody>
          <a:bodyPr/>
          <a:lstStyle/>
          <a:p>
            <a:r>
              <a:rPr lang="en-US" dirty="0"/>
              <a:t>GitHub URL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8B4CA-B23A-D08F-096B-A897A06F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174ED-A240-DA45-95BF-9EC07CF61638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12D26-D3EF-AB60-F8A3-9B8906C2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8B56B-403E-AC07-154C-C6069DB0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92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03201-DBE6-7383-5D47-94178423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433E2-FE28-7F11-9CBD-E19753560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688D-4912-5941-99F8-2AA7AC31FB7F}" type="datetime1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5AF8C-F026-40DE-5B0F-16603724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15939-1AE8-3C9E-D257-F1BF3A42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8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451</TotalTime>
  <Words>328</Words>
  <Application>Microsoft Macintosh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Project Title</vt:lpstr>
      <vt:lpstr>Outline</vt:lpstr>
      <vt:lpstr>Problem Statement</vt:lpstr>
      <vt:lpstr>Related Research Papers</vt:lpstr>
      <vt:lpstr>Related Research Papers</vt:lpstr>
      <vt:lpstr>Research Gap</vt:lpstr>
      <vt:lpstr>Proposed Methodology</vt:lpstr>
      <vt:lpstr>Proposed Methodology</vt:lpstr>
      <vt:lpstr>Proposed Methodology</vt:lpstr>
      <vt:lpstr>Limitations</vt:lpstr>
      <vt:lpstr>Conclusion and Future work </vt:lpstr>
      <vt:lpstr>References</vt:lpstr>
      <vt:lpstr>GitHub URL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Jagan Mohan Reddy D</dc:creator>
  <cp:lastModifiedBy>Dr. Jagan Mohan Reddy D</cp:lastModifiedBy>
  <cp:revision>69</cp:revision>
  <dcterms:created xsi:type="dcterms:W3CDTF">2026-04-11T11:52:12Z</dcterms:created>
  <dcterms:modified xsi:type="dcterms:W3CDTF">2026-09-30T18:23:03Z</dcterms:modified>
</cp:coreProperties>
</file>