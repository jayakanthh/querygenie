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8" r:id="rId2"/>
  </p:sldIdLst>
  <p:sldSz cx="30275213" cy="42803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F9FC"/>
    <a:srgbClr val="F8674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682"/>
  </p:normalViewPr>
  <p:slideViewPr>
    <p:cSldViewPr snapToGrid="0">
      <p:cViewPr>
        <p:scale>
          <a:sx n="25" d="100"/>
          <a:sy n="25" d="100"/>
        </p:scale>
        <p:origin x="264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9781CB-E638-AC4E-B8EC-984A76828676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EFC2D9-C6F9-D446-8B89-26818FEE0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1027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1pPr>
    <a:lvl2pPr marL="175386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2pPr>
    <a:lvl3pPr marL="350773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3pPr>
    <a:lvl4pPr marL="526159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4pPr>
    <a:lvl5pPr marL="701546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5pPr>
    <a:lvl6pPr marL="876932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6pPr>
    <a:lvl7pPr marL="1052319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7pPr>
    <a:lvl8pPr marL="12277054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8pPr>
    <a:lvl9pPr marL="14030919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0CMx140CM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623691" y="7585962"/>
            <a:ext cx="14299153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636213" y="6884938"/>
            <a:ext cx="14287866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Introduction or Abstract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20" hasCustomPrompt="1"/>
          </p:nvPr>
        </p:nvSpPr>
        <p:spPr>
          <a:xfrm>
            <a:off x="636211" y="18518420"/>
            <a:ext cx="14291358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 Objectives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5" hasCustomPrompt="1"/>
          </p:nvPr>
        </p:nvSpPr>
        <p:spPr>
          <a:xfrm>
            <a:off x="15353328" y="6884938"/>
            <a:ext cx="14287682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Proposed Methodology</a:t>
            </a:r>
          </a:p>
        </p:txBody>
      </p:sp>
      <p:sp>
        <p:nvSpPr>
          <p:cNvPr id="26" name="Text Placeholder 3"/>
          <p:cNvSpPr>
            <a:spLocks noGrp="1"/>
          </p:cNvSpPr>
          <p:nvPr>
            <p:ph type="body" sz="quarter" idx="26" hasCustomPrompt="1"/>
          </p:nvPr>
        </p:nvSpPr>
        <p:spPr>
          <a:xfrm>
            <a:off x="15353328" y="7585962"/>
            <a:ext cx="14287682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7" hasCustomPrompt="1"/>
          </p:nvPr>
        </p:nvSpPr>
        <p:spPr>
          <a:xfrm>
            <a:off x="629167" y="31830857"/>
            <a:ext cx="14283756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 References</a:t>
            </a:r>
          </a:p>
        </p:txBody>
      </p:sp>
      <p:sp>
        <p:nvSpPr>
          <p:cNvPr id="28" name="Text Placeholder 3"/>
          <p:cNvSpPr>
            <a:spLocks noGrp="1"/>
          </p:cNvSpPr>
          <p:nvPr>
            <p:ph type="body" sz="quarter" idx="28" hasCustomPrompt="1"/>
          </p:nvPr>
        </p:nvSpPr>
        <p:spPr>
          <a:xfrm>
            <a:off x="623691" y="32586238"/>
            <a:ext cx="14289232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29" hasCustomPrompt="1"/>
          </p:nvPr>
        </p:nvSpPr>
        <p:spPr>
          <a:xfrm>
            <a:off x="15364404" y="36583483"/>
            <a:ext cx="14276605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Team Details</a:t>
            </a:r>
          </a:p>
        </p:txBody>
      </p:sp>
      <p:sp>
        <p:nvSpPr>
          <p:cNvPr id="30" name="Text Placeholder 3"/>
          <p:cNvSpPr>
            <a:spLocks noGrp="1"/>
          </p:cNvSpPr>
          <p:nvPr>
            <p:ph type="body" sz="quarter" idx="30" hasCustomPrompt="1"/>
          </p:nvPr>
        </p:nvSpPr>
        <p:spPr>
          <a:xfrm>
            <a:off x="15353329" y="37358864"/>
            <a:ext cx="14283756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60" name="Text Placeholder 3"/>
          <p:cNvSpPr>
            <a:spLocks noGrp="1"/>
          </p:cNvSpPr>
          <p:nvPr>
            <p:ph type="body" sz="quarter" idx="96" hasCustomPrompt="1"/>
          </p:nvPr>
        </p:nvSpPr>
        <p:spPr>
          <a:xfrm>
            <a:off x="623691" y="19275662"/>
            <a:ext cx="14300387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76" name="Text Placeholder 76"/>
          <p:cNvSpPr>
            <a:spLocks noGrp="1"/>
          </p:cNvSpPr>
          <p:nvPr>
            <p:ph type="body" sz="quarter" idx="150" hasCustomPrompt="1"/>
          </p:nvPr>
        </p:nvSpPr>
        <p:spPr>
          <a:xfrm>
            <a:off x="4090899" y="4110875"/>
            <a:ext cx="22093415" cy="1087559"/>
          </a:xfrm>
          <a:prstGeom prst="rect">
            <a:avLst/>
          </a:prstGeom>
        </p:spPr>
        <p:txBody>
          <a:bodyPr lIns="77349" tIns="38675" rIns="77349" bIns="38675">
            <a:normAutofit/>
          </a:bodyPr>
          <a:lstStyle>
            <a:lvl1pPr marL="0" indent="0" algn="ctr">
              <a:buFontTx/>
              <a:buNone/>
              <a:defRPr sz="5400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>
              <a:buFontTx/>
              <a:buNone/>
              <a:defRPr sz="6100"/>
            </a:lvl2pPr>
            <a:lvl3pPr>
              <a:buFontTx/>
              <a:buNone/>
              <a:defRPr sz="6100"/>
            </a:lvl3pPr>
            <a:lvl4pPr>
              <a:buFontTx/>
              <a:buNone/>
              <a:defRPr sz="6100"/>
            </a:lvl4pPr>
            <a:lvl5pPr>
              <a:buFontTx/>
              <a:buNone/>
              <a:defRPr sz="6100"/>
            </a:lvl5pPr>
          </a:lstStyle>
          <a:p>
            <a:pPr lvl="0"/>
            <a:r>
              <a:rPr lang="en-US" dirty="0"/>
              <a:t>Click here to add affiliations</a:t>
            </a:r>
          </a:p>
        </p:txBody>
      </p:sp>
      <p:sp>
        <p:nvSpPr>
          <p:cNvPr id="79" name="Text Placeholder 76"/>
          <p:cNvSpPr>
            <a:spLocks noGrp="1"/>
          </p:cNvSpPr>
          <p:nvPr>
            <p:ph type="body" sz="quarter" idx="151" hasCustomPrompt="1"/>
          </p:nvPr>
        </p:nvSpPr>
        <p:spPr>
          <a:xfrm>
            <a:off x="4090899" y="2558463"/>
            <a:ext cx="22093415" cy="1262156"/>
          </a:xfrm>
          <a:prstGeom prst="rect">
            <a:avLst/>
          </a:prstGeom>
        </p:spPr>
        <p:txBody>
          <a:bodyPr lIns="77349" tIns="38675" rIns="77349" bIns="38675" anchor="t" anchorCtr="1">
            <a:noAutofit/>
          </a:bodyPr>
          <a:lstStyle>
            <a:lvl1pPr marL="0" indent="0" algn="ctr">
              <a:buFontTx/>
              <a:buNone/>
              <a:defRPr sz="7200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>
              <a:buFontTx/>
              <a:buNone/>
              <a:defRPr sz="6100"/>
            </a:lvl2pPr>
            <a:lvl3pPr>
              <a:buFontTx/>
              <a:buNone/>
              <a:defRPr sz="6100"/>
            </a:lvl3pPr>
            <a:lvl4pPr>
              <a:buFontTx/>
              <a:buNone/>
              <a:defRPr sz="6100"/>
            </a:lvl4pPr>
            <a:lvl5pPr>
              <a:buFontTx/>
              <a:buNone/>
              <a:defRPr sz="6100"/>
            </a:lvl5pPr>
          </a:lstStyle>
          <a:p>
            <a:pPr lvl="0"/>
            <a:r>
              <a:rPr lang="en-US" dirty="0"/>
              <a:t>Click here to add authors</a:t>
            </a:r>
          </a:p>
        </p:txBody>
      </p:sp>
      <p:sp>
        <p:nvSpPr>
          <p:cNvPr id="80" name="Text Placeholder 76"/>
          <p:cNvSpPr>
            <a:spLocks noGrp="1"/>
          </p:cNvSpPr>
          <p:nvPr>
            <p:ph type="body" sz="quarter" idx="153" hasCustomPrompt="1"/>
          </p:nvPr>
        </p:nvSpPr>
        <p:spPr>
          <a:xfrm>
            <a:off x="4090899" y="492940"/>
            <a:ext cx="22093415" cy="1775267"/>
          </a:xfrm>
          <a:prstGeom prst="rect">
            <a:avLst/>
          </a:prstGeom>
        </p:spPr>
        <p:txBody>
          <a:bodyPr lIns="77349" tIns="38675" rIns="77349" bIns="38675" anchor="t" anchorCtr="1">
            <a:normAutofit/>
          </a:bodyPr>
          <a:lstStyle>
            <a:lvl1pPr marL="0" indent="0" algn="ctr">
              <a:buFontTx/>
              <a:buNone/>
              <a:defRPr sz="9800" b="1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>
              <a:buFontTx/>
              <a:buNone/>
              <a:defRPr sz="6100"/>
            </a:lvl2pPr>
            <a:lvl3pPr>
              <a:buFontTx/>
              <a:buNone/>
              <a:defRPr sz="6100"/>
            </a:lvl3pPr>
            <a:lvl4pPr>
              <a:buFontTx/>
              <a:buNone/>
              <a:defRPr sz="6100"/>
            </a:lvl4pPr>
            <a:lvl5pPr>
              <a:buFontTx/>
              <a:buNone/>
              <a:defRPr sz="6100"/>
            </a:lvl5pPr>
          </a:lstStyle>
          <a:p>
            <a:pPr lvl="0"/>
            <a:r>
              <a:rPr lang="en-US" dirty="0"/>
              <a:t>Click here to add title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A73CEEE2-ACD9-82CF-397D-77E068323C78}"/>
              </a:ext>
            </a:extLst>
          </p:cNvPr>
          <p:cNvSpPr>
            <a:spLocks noGrp="1"/>
          </p:cNvSpPr>
          <p:nvPr>
            <p:ph type="body" sz="quarter" idx="154" hasCustomPrompt="1"/>
          </p:nvPr>
        </p:nvSpPr>
        <p:spPr>
          <a:xfrm>
            <a:off x="15365848" y="24976035"/>
            <a:ext cx="14291358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Experimental Results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E970220D-428D-0519-8D48-7EA76D1EC56E}"/>
              </a:ext>
            </a:extLst>
          </p:cNvPr>
          <p:cNvSpPr>
            <a:spLocks noGrp="1"/>
          </p:cNvSpPr>
          <p:nvPr>
            <p:ph type="body" sz="quarter" idx="155" hasCustomPrompt="1"/>
          </p:nvPr>
        </p:nvSpPr>
        <p:spPr>
          <a:xfrm>
            <a:off x="15353328" y="25733277"/>
            <a:ext cx="14300387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</p:spTree>
    <p:extLst>
      <p:ext uri="{BB962C8B-B14F-4D97-AF65-F5344CB8AC3E}">
        <p14:creationId xmlns:p14="http://schemas.microsoft.com/office/powerpoint/2010/main" val="22471728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641" y="7005156"/>
            <a:ext cx="25733931" cy="14902051"/>
          </a:xfrm>
        </p:spPr>
        <p:txBody>
          <a:bodyPr anchor="b"/>
          <a:lstStyle>
            <a:lvl1pPr algn="ctr">
              <a:defRPr sz="1986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4402" y="22481887"/>
            <a:ext cx="22706410" cy="10334331"/>
          </a:xfrm>
        </p:spPr>
        <p:txBody>
          <a:bodyPr/>
          <a:lstStyle>
            <a:lvl1pPr marL="0" indent="0" algn="ctr">
              <a:buNone/>
              <a:defRPr sz="7946"/>
            </a:lvl1pPr>
            <a:lvl2pPr marL="1513743" indent="0" algn="ctr">
              <a:buNone/>
              <a:defRPr sz="6622"/>
            </a:lvl2pPr>
            <a:lvl3pPr marL="3027487" indent="0" algn="ctr">
              <a:buNone/>
              <a:defRPr sz="5960"/>
            </a:lvl3pPr>
            <a:lvl4pPr marL="4541230" indent="0" algn="ctr">
              <a:buNone/>
              <a:defRPr sz="5297"/>
            </a:lvl4pPr>
            <a:lvl5pPr marL="6054974" indent="0" algn="ctr">
              <a:buNone/>
              <a:defRPr sz="5297"/>
            </a:lvl5pPr>
            <a:lvl6pPr marL="7568717" indent="0" algn="ctr">
              <a:buNone/>
              <a:defRPr sz="5297"/>
            </a:lvl6pPr>
            <a:lvl7pPr marL="9082461" indent="0" algn="ctr">
              <a:buNone/>
              <a:defRPr sz="5297"/>
            </a:lvl7pPr>
            <a:lvl8pPr marL="10596204" indent="0" algn="ctr">
              <a:buNone/>
              <a:defRPr sz="5297"/>
            </a:lvl8pPr>
            <a:lvl9pPr marL="12109948" indent="0" algn="ctr">
              <a:buNone/>
              <a:defRPr sz="529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6556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764CC4D-40CA-E106-D750-21DA993E4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3948" y="1560456"/>
            <a:ext cx="16067315" cy="203183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5BC3F14C-E222-62E8-2CB0-3C8B8424E1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6213" y="6884938"/>
            <a:ext cx="14287866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78027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654" y="10671229"/>
            <a:ext cx="26112371" cy="17805173"/>
          </a:xfrm>
        </p:spPr>
        <p:txBody>
          <a:bodyPr anchor="b"/>
          <a:lstStyle>
            <a:lvl1pPr>
              <a:defRPr sz="1986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5654" y="28644846"/>
            <a:ext cx="26112371" cy="9363320"/>
          </a:xfrm>
        </p:spPr>
        <p:txBody>
          <a:bodyPr/>
          <a:lstStyle>
            <a:lvl1pPr marL="0" indent="0">
              <a:buNone/>
              <a:defRPr sz="7946">
                <a:solidFill>
                  <a:schemeClr val="tx1">
                    <a:tint val="82000"/>
                  </a:schemeClr>
                </a:solidFill>
              </a:defRPr>
            </a:lvl1pPr>
            <a:lvl2pPr marL="1513743" indent="0">
              <a:buNone/>
              <a:defRPr sz="6622">
                <a:solidFill>
                  <a:schemeClr val="tx1">
                    <a:tint val="82000"/>
                  </a:schemeClr>
                </a:solidFill>
              </a:defRPr>
            </a:lvl2pPr>
            <a:lvl3pPr marL="3027487" indent="0">
              <a:buNone/>
              <a:defRPr sz="5960">
                <a:solidFill>
                  <a:schemeClr val="tx1">
                    <a:tint val="82000"/>
                  </a:schemeClr>
                </a:solidFill>
              </a:defRPr>
            </a:lvl3pPr>
            <a:lvl4pPr marL="4541230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4pPr>
            <a:lvl5pPr marL="6054974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5pPr>
            <a:lvl6pPr marL="7568717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6pPr>
            <a:lvl7pPr marL="9082461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7pPr>
            <a:lvl8pPr marL="10596204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8pPr>
            <a:lvl9pPr marL="12109948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951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1421" y="11394520"/>
            <a:ext cx="12866966" cy="27158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26826" y="11394520"/>
            <a:ext cx="12866966" cy="27158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1746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278913"/>
            <a:ext cx="26112371" cy="82734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5368" y="10492870"/>
            <a:ext cx="12807832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5368" y="15635264"/>
            <a:ext cx="12807832" cy="229971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26828" y="10492870"/>
            <a:ext cx="12870909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26828" y="15635264"/>
            <a:ext cx="12870909" cy="229971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740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4020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752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909" y="6162959"/>
            <a:ext cx="15326827" cy="30418415"/>
          </a:xfrm>
        </p:spPr>
        <p:txBody>
          <a:bodyPr/>
          <a:lstStyle>
            <a:lvl1pPr>
              <a:defRPr sz="10595"/>
            </a:lvl1pPr>
            <a:lvl2pPr>
              <a:defRPr sz="9271"/>
            </a:lvl2pPr>
            <a:lvl3pPr>
              <a:defRPr sz="7946"/>
            </a:lvl3pPr>
            <a:lvl4pPr>
              <a:defRPr sz="6622"/>
            </a:lvl4pPr>
            <a:lvl5pPr>
              <a:defRPr sz="6622"/>
            </a:lvl5pPr>
            <a:lvl6pPr>
              <a:defRPr sz="6622"/>
            </a:lvl6pPr>
            <a:lvl7pPr>
              <a:defRPr sz="6622"/>
            </a:lvl7pPr>
            <a:lvl8pPr>
              <a:defRPr sz="6622"/>
            </a:lvl8pPr>
            <a:lvl9pPr>
              <a:defRPr sz="662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9355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70909" y="6162959"/>
            <a:ext cx="15326827" cy="30418415"/>
          </a:xfrm>
        </p:spPr>
        <p:txBody>
          <a:bodyPr anchor="t"/>
          <a:lstStyle>
            <a:lvl1pPr marL="0" indent="0">
              <a:buNone/>
              <a:defRPr sz="10595"/>
            </a:lvl1pPr>
            <a:lvl2pPr marL="1513743" indent="0">
              <a:buNone/>
              <a:defRPr sz="9271"/>
            </a:lvl2pPr>
            <a:lvl3pPr marL="3027487" indent="0">
              <a:buNone/>
              <a:defRPr sz="7946"/>
            </a:lvl3pPr>
            <a:lvl4pPr marL="4541230" indent="0">
              <a:buNone/>
              <a:defRPr sz="6622"/>
            </a:lvl4pPr>
            <a:lvl5pPr marL="6054974" indent="0">
              <a:buNone/>
              <a:defRPr sz="6622"/>
            </a:lvl5pPr>
            <a:lvl6pPr marL="7568717" indent="0">
              <a:buNone/>
              <a:defRPr sz="6622"/>
            </a:lvl6pPr>
            <a:lvl7pPr marL="9082461" indent="0">
              <a:buNone/>
              <a:defRPr sz="6622"/>
            </a:lvl7pPr>
            <a:lvl8pPr marL="10596204" indent="0">
              <a:buNone/>
              <a:defRPr sz="6622"/>
            </a:lvl8pPr>
            <a:lvl9pPr marL="12109948" indent="0">
              <a:buNone/>
              <a:defRPr sz="6622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5509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5599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65701" y="2278904"/>
            <a:ext cx="6528093" cy="3627421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1423" y="2278904"/>
            <a:ext cx="19205838" cy="3627421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716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1421" y="2278913"/>
            <a:ext cx="26112371" cy="827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1421" y="11394520"/>
            <a:ext cx="26112371" cy="271585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81421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28665" y="39672756"/>
            <a:ext cx="10217884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81869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3162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61" r:id="rId2"/>
    <p:sldLayoutId id="214748367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txStyles>
    <p:titleStyle>
      <a:lvl1pPr algn="l" defTabSz="3027487" rtl="0" eaLnBrk="1" latinLnBrk="0" hangingPunct="1">
        <a:lnSpc>
          <a:spcPct val="90000"/>
        </a:lnSpc>
        <a:spcBef>
          <a:spcPct val="0"/>
        </a:spcBef>
        <a:buNone/>
        <a:defRPr sz="1456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872" indent="-756872" algn="l" defTabSz="3027487" rtl="0" eaLnBrk="1" latinLnBrk="0" hangingPunct="1">
        <a:lnSpc>
          <a:spcPct val="90000"/>
        </a:lnSpc>
        <a:spcBef>
          <a:spcPts val="3311"/>
        </a:spcBef>
        <a:buFont typeface="Arial" panose="020B0604020202020204" pitchFamily="34" charset="0"/>
        <a:buChar char="•"/>
        <a:defRPr sz="9271" kern="1200">
          <a:solidFill>
            <a:schemeClr val="tx1"/>
          </a:solidFill>
          <a:latin typeface="+mn-lt"/>
          <a:ea typeface="+mn-ea"/>
          <a:cs typeface="+mn-cs"/>
        </a:defRPr>
      </a:lvl1pPr>
      <a:lvl2pPr marL="2270615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7946" kern="1200">
          <a:solidFill>
            <a:schemeClr val="tx1"/>
          </a:solidFill>
          <a:latin typeface="+mn-lt"/>
          <a:ea typeface="+mn-ea"/>
          <a:cs typeface="+mn-cs"/>
        </a:defRPr>
      </a:lvl2pPr>
      <a:lvl3pPr marL="378435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6622" kern="1200">
          <a:solidFill>
            <a:schemeClr val="tx1"/>
          </a:solidFill>
          <a:latin typeface="+mn-lt"/>
          <a:ea typeface="+mn-ea"/>
          <a:cs typeface="+mn-cs"/>
        </a:defRPr>
      </a:lvl3pPr>
      <a:lvl4pPr marL="5298102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81184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832558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839333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135307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866820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1pPr>
      <a:lvl2pPr marL="1513743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2pPr>
      <a:lvl3pPr marL="302748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3pPr>
      <a:lvl4pPr marL="454123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05497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756871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082461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059620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109948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BAE24B3-6CAF-FFBF-565C-DC77E8B2EB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380ED4-BDC9-974B-CC52-F6BB7C473CD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Abstract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378EA6-312C-ECEF-59B9-E36348719AC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E303FC3-EF78-0195-9E8A-80D1DD3BF3A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Proposed Methodology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7492D2A-3855-86DB-BA68-CFA9AC77BE1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283505F-57B0-D147-C007-1439ADEC238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References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050C502-46E2-231E-BC5F-71BFDCE1817F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99D4F33-A05F-99BA-67E6-198CD7C00D9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Team Details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238FB74-198A-E802-6D4E-35526CA7C4CE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15353329" y="37358864"/>
            <a:ext cx="14283756" cy="3272899"/>
          </a:xfrm>
        </p:spPr>
        <p:txBody>
          <a:bodyPr/>
          <a:lstStyle/>
          <a:p>
            <a:r>
              <a:rPr lang="en-US" dirty="0"/>
              <a:t>Supervisor Name, Designation</a:t>
            </a:r>
          </a:p>
          <a:p>
            <a:r>
              <a:rPr lang="en-US" dirty="0"/>
              <a:t>University ID – Student Name</a:t>
            </a:r>
          </a:p>
          <a:p>
            <a:r>
              <a:rPr lang="en-US" dirty="0"/>
              <a:t>University ID – Student Name</a:t>
            </a:r>
          </a:p>
          <a:p>
            <a:r>
              <a:rPr lang="en-US" dirty="0"/>
              <a:t>University ID – Student Name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E8FAAD1-9D6D-0FFA-5F80-F5B6C776031C}"/>
              </a:ext>
            </a:extLst>
          </p:cNvPr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77E7D37-4ADD-B411-5745-64B80A6DFF3E}"/>
              </a:ext>
            </a:extLst>
          </p:cNvPr>
          <p:cNvSpPr>
            <a:spLocks noGrp="1"/>
          </p:cNvSpPr>
          <p:nvPr>
            <p:ph type="body" sz="quarter" idx="153"/>
          </p:nvPr>
        </p:nvSpPr>
        <p:spPr>
          <a:xfrm>
            <a:off x="6248401" y="1190980"/>
            <a:ext cx="20319999" cy="2712068"/>
          </a:xfrm>
        </p:spPr>
        <p:txBody>
          <a:bodyPr/>
          <a:lstStyle/>
          <a:p>
            <a:pPr algn="r"/>
            <a:r>
              <a:rPr lang="en-US" b="0" dirty="0">
                <a:ln w="0"/>
                <a:solidFill>
                  <a:srgbClr val="002060"/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a:rPr>
              <a:t>Project 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1925E26-3D5F-FD61-C041-F736D92C1EDE}"/>
              </a:ext>
            </a:extLst>
          </p:cNvPr>
          <p:cNvSpPr>
            <a:spLocks noGrp="1"/>
          </p:cNvSpPr>
          <p:nvPr>
            <p:ph type="body" sz="quarter" idx="154"/>
          </p:nvPr>
        </p:nvSpPr>
        <p:spPr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Experimental Results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700095B5-184C-4621-241F-6E501731F4AA}"/>
              </a:ext>
            </a:extLst>
          </p:cNvPr>
          <p:cNvSpPr>
            <a:spLocks noGrp="1"/>
          </p:cNvSpPr>
          <p:nvPr>
            <p:ph type="body" sz="quarter" idx="155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FB54E70-3F09-D332-907A-A69C3F44B9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91" y="1195278"/>
            <a:ext cx="5051364" cy="1859917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91D1E30-4CB1-0118-0883-B370DAD87939}"/>
              </a:ext>
            </a:extLst>
          </p:cNvPr>
          <p:cNvSpPr/>
          <p:nvPr/>
        </p:nvSpPr>
        <p:spPr>
          <a:xfrm>
            <a:off x="-1" y="42003496"/>
            <a:ext cx="30275213" cy="80026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Department of Computer Science and Information Technology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EA968B0-F23F-1CB8-E525-D45C1F1DD8C8}"/>
              </a:ext>
            </a:extLst>
          </p:cNvPr>
          <p:cNvGrpSpPr/>
          <p:nvPr/>
        </p:nvGrpSpPr>
        <p:grpSpPr>
          <a:xfrm>
            <a:off x="623691" y="5045569"/>
            <a:ext cx="29013394" cy="203459"/>
            <a:chOff x="5297214" y="5869884"/>
            <a:chExt cx="3874494" cy="78971"/>
          </a:xfrm>
        </p:grpSpPr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62A849BB-57EB-3B07-9045-6D992A2C1BB8}"/>
                </a:ext>
              </a:extLst>
            </p:cNvPr>
            <p:cNvSpPr/>
            <p:nvPr/>
          </p:nvSpPr>
          <p:spPr>
            <a:xfrm>
              <a:off x="5297214" y="5875283"/>
              <a:ext cx="798786" cy="73572"/>
            </a:xfrm>
            <a:prstGeom prst="round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96ABFFEB-9857-207A-093B-83A088610716}"/>
                </a:ext>
              </a:extLst>
            </p:cNvPr>
            <p:cNvSpPr/>
            <p:nvPr/>
          </p:nvSpPr>
          <p:spPr>
            <a:xfrm>
              <a:off x="6322450" y="5875283"/>
              <a:ext cx="798786" cy="73572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CABAA8FC-E2ED-F8A9-D777-1432EBA0830F}"/>
                </a:ext>
              </a:extLst>
            </p:cNvPr>
            <p:cNvSpPr/>
            <p:nvPr/>
          </p:nvSpPr>
          <p:spPr>
            <a:xfrm>
              <a:off x="7347686" y="5869884"/>
              <a:ext cx="798786" cy="73572"/>
            </a:xfrm>
            <a:prstGeom prst="round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F92808BA-82AF-3250-3679-A73FE7DAD85C}"/>
                </a:ext>
              </a:extLst>
            </p:cNvPr>
            <p:cNvSpPr/>
            <p:nvPr/>
          </p:nvSpPr>
          <p:spPr>
            <a:xfrm>
              <a:off x="8372922" y="5869884"/>
              <a:ext cx="798786" cy="73572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</p:grpSp>
    </p:spTree>
    <p:extLst>
      <p:ext uri="{BB962C8B-B14F-4D97-AF65-F5344CB8AC3E}">
        <p14:creationId xmlns:p14="http://schemas.microsoft.com/office/powerpoint/2010/main" val="2137843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Yellow">
      <a:dk1>
        <a:sysClr val="windowText" lastClr="000000"/>
      </a:dk1>
      <a:lt1>
        <a:sysClr val="window" lastClr="FFFFFF"/>
      </a:lt1>
      <a:dk2>
        <a:srgbClr val="39302A"/>
      </a:dk2>
      <a:lt2>
        <a:srgbClr val="E5DEDB"/>
      </a:lt2>
      <a:accent1>
        <a:srgbClr val="FFCA08"/>
      </a:accent1>
      <a:accent2>
        <a:srgbClr val="F8931D"/>
      </a:accent2>
      <a:accent3>
        <a:srgbClr val="CE8D3E"/>
      </a:accent3>
      <a:accent4>
        <a:srgbClr val="EC7016"/>
      </a:accent4>
      <a:accent5>
        <a:srgbClr val="E64823"/>
      </a:accent5>
      <a:accent6>
        <a:srgbClr val="9C6A6A"/>
      </a:accent6>
      <a:hlink>
        <a:srgbClr val="2998E3"/>
      </a:hlink>
      <a:folHlink>
        <a:srgbClr val="7F723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56</TotalTime>
  <Words>37</Words>
  <Application>Microsoft Macintosh PowerPoint</Application>
  <PresentationFormat>Custom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Times New Roman</vt:lpstr>
      <vt:lpstr>Trebuchet MS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Dr. Jagan Mohan Reddy D</dc:creator>
  <cp:lastModifiedBy>Dr. Jagan Mohan Reddy D</cp:lastModifiedBy>
  <cp:revision>12</cp:revision>
  <dcterms:created xsi:type="dcterms:W3CDTF">2026-10-01T03:51:11Z</dcterms:created>
  <dcterms:modified xsi:type="dcterms:W3CDTF">2026-10-01T04:47:30Z</dcterms:modified>
</cp:coreProperties>
</file>