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9FC"/>
    <a:srgbClr val="F86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1"/>
  </p:normalViewPr>
  <p:slideViewPr>
    <p:cSldViewPr snapToGrid="0">
      <p:cViewPr>
        <p:scale>
          <a:sx n="31" d="100"/>
          <a:sy n="31" d="100"/>
        </p:scale>
        <p:origin x="2056" y="-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781CB-E638-AC4E-B8EC-984A7682867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FC2D9-C6F9-D446-8B89-26818FEE0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CMx140CM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23691" y="7585962"/>
            <a:ext cx="14299153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36213" y="6884938"/>
            <a:ext cx="1428786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36211" y="18518420"/>
            <a:ext cx="14291358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5353328" y="6884938"/>
            <a:ext cx="14287682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Proposed Methodology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5353328" y="7585962"/>
            <a:ext cx="1428768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629167" y="31830857"/>
            <a:ext cx="1428375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23691" y="32586238"/>
            <a:ext cx="1428923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5364404" y="36583483"/>
            <a:ext cx="14276605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Team Details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5353329" y="37358864"/>
            <a:ext cx="14283756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623691" y="19275662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76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4090899" y="4110875"/>
            <a:ext cx="22093415" cy="1087559"/>
          </a:xfrm>
          <a:prstGeom prst="rect">
            <a:avLst/>
          </a:prstGeom>
        </p:spPr>
        <p:txBody>
          <a:bodyPr lIns="77349" tIns="38675" rIns="77349" bIns="38675">
            <a:normAutofit/>
          </a:bodyPr>
          <a:lstStyle>
            <a:lvl1pPr marL="0" indent="0" algn="ctr">
              <a:buFontTx/>
              <a:buNone/>
              <a:defRPr sz="54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affiliations</a:t>
            </a:r>
          </a:p>
        </p:txBody>
      </p:sp>
      <p:sp>
        <p:nvSpPr>
          <p:cNvPr id="79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4090899" y="2558463"/>
            <a:ext cx="22093415" cy="1262156"/>
          </a:xfrm>
          <a:prstGeom prst="rect">
            <a:avLst/>
          </a:prstGeom>
        </p:spPr>
        <p:txBody>
          <a:bodyPr lIns="77349" tIns="38675" rIns="77349" bIns="38675" anchor="t" anchorCtr="1">
            <a:noAutofit/>
          </a:bodyPr>
          <a:lstStyle>
            <a:lvl1pPr marL="0" indent="0" algn="ctr">
              <a:buFontTx/>
              <a:buNone/>
              <a:defRPr sz="72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80" name="Text Placeholder 76"/>
          <p:cNvSpPr>
            <a:spLocks noGrp="1"/>
          </p:cNvSpPr>
          <p:nvPr>
            <p:ph type="body" sz="quarter" idx="153" hasCustomPrompt="1"/>
          </p:nvPr>
        </p:nvSpPr>
        <p:spPr>
          <a:xfrm>
            <a:off x="4090899" y="492940"/>
            <a:ext cx="22093415" cy="1775267"/>
          </a:xfrm>
          <a:prstGeom prst="rect">
            <a:avLst/>
          </a:prstGeom>
        </p:spPr>
        <p:txBody>
          <a:bodyPr lIns="77349" tIns="38675" rIns="77349" bIns="38675" anchor="t" anchorCtr="1">
            <a:normAutofit/>
          </a:bodyPr>
          <a:lstStyle>
            <a:lvl1pPr marL="0" indent="0" algn="ctr">
              <a:buFontTx/>
              <a:buNone/>
              <a:defRPr sz="9800" b="1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73CEEE2-ACD9-82CF-397D-77E068323C78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15365848" y="24976035"/>
            <a:ext cx="14291358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Experimental Results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970220D-428D-0519-8D48-7EA76D1EC56E}"/>
              </a:ext>
            </a:extLst>
          </p:cNvPr>
          <p:cNvSpPr>
            <a:spLocks noGrp="1"/>
          </p:cNvSpPr>
          <p:nvPr>
            <p:ph type="body" sz="quarter" idx="155" hasCustomPrompt="1"/>
          </p:nvPr>
        </p:nvSpPr>
        <p:spPr>
          <a:xfrm>
            <a:off x="15353328" y="25733277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24717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64CC4D-40CA-E106-D750-21DA993E4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948" y="1560456"/>
            <a:ext cx="16067315" cy="20318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BC3F14C-E222-62E8-2CB0-3C8B8424E1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213" y="6884938"/>
            <a:ext cx="1428786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0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5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7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4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0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5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3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5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59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1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1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1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E24B3-6CAF-FFBF-565C-DC77E8B2E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80ED4-BDC9-974B-CC52-F6BB7C473C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78EA6-312C-ECEF-59B9-E36348719AC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03FC3-EF78-0195-9E8A-80D1DD3BF3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492D2A-3855-86DB-BA68-CFA9AC77BE1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83505F-57B0-D147-C007-1439ADEC238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50C502-46E2-231E-BC5F-71BFDCE181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D4F33-A05F-99BA-67E6-198CD7C00D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Team Details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38FB74-198A-E802-6D4E-35526CA7C4C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353329" y="37358864"/>
            <a:ext cx="14283756" cy="3272899"/>
          </a:xfrm>
        </p:spPr>
        <p:txBody>
          <a:bodyPr/>
          <a:lstStyle/>
          <a:p>
            <a:r>
              <a:rPr lang="en-US" dirty="0"/>
              <a:t>Supervisor Name, Designation</a:t>
            </a:r>
          </a:p>
          <a:p>
            <a:r>
              <a:rPr lang="en-US" dirty="0"/>
              <a:t>University ID – Student Name</a:t>
            </a:r>
          </a:p>
          <a:p>
            <a:r>
              <a:rPr lang="en-US" dirty="0"/>
              <a:t>University ID – Student Name</a:t>
            </a:r>
          </a:p>
          <a:p>
            <a:r>
              <a:rPr lang="en-US" dirty="0"/>
              <a:t>University ID – Student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8FAAD1-9D6D-0FFA-5F80-F5B6C776031C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7E7D37-4ADD-B411-5745-64B80A6DFF3E}"/>
              </a:ext>
            </a:extLst>
          </p:cNvPr>
          <p:cNvSpPr>
            <a:spLocks noGrp="1"/>
          </p:cNvSpPr>
          <p:nvPr>
            <p:ph type="body" sz="quarter" idx="153"/>
          </p:nvPr>
        </p:nvSpPr>
        <p:spPr>
          <a:xfrm>
            <a:off x="6248401" y="1190980"/>
            <a:ext cx="20319999" cy="2712068"/>
          </a:xfrm>
        </p:spPr>
        <p:txBody>
          <a:bodyPr/>
          <a:lstStyle/>
          <a:p>
            <a:pPr algn="r"/>
            <a:r>
              <a:rPr lang="en-US" b="0" dirty="0">
                <a:ln w="0"/>
                <a:solidFill>
                  <a:srgbClr val="00206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Project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925E26-3D5F-FD61-C041-F736D92C1EDE}"/>
              </a:ext>
            </a:extLst>
          </p:cNvPr>
          <p:cNvSpPr>
            <a:spLocks noGrp="1"/>
          </p:cNvSpPr>
          <p:nvPr>
            <p:ph type="body" sz="quarter" idx="154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Experimental Results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00095B5-184C-4621-241F-6E501731F4AA}"/>
              </a:ext>
            </a:extLst>
          </p:cNvPr>
          <p:cNvSpPr>
            <a:spLocks noGrp="1"/>
          </p:cNvSpPr>
          <p:nvPr>
            <p:ph type="body" sz="quarter" idx="15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B54E70-3F09-D332-907A-A69C3F44B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91" y="1195278"/>
            <a:ext cx="5051364" cy="185991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91D1E30-4CB1-0118-0883-B370DAD87939}"/>
              </a:ext>
            </a:extLst>
          </p:cNvPr>
          <p:cNvSpPr/>
          <p:nvPr/>
        </p:nvSpPr>
        <p:spPr>
          <a:xfrm>
            <a:off x="-1" y="42003496"/>
            <a:ext cx="30275213" cy="8002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Department of Computer Science and Information Technology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A968B0-F23F-1CB8-E525-D45C1F1DD8C8}"/>
              </a:ext>
            </a:extLst>
          </p:cNvPr>
          <p:cNvGrpSpPr/>
          <p:nvPr/>
        </p:nvGrpSpPr>
        <p:grpSpPr>
          <a:xfrm>
            <a:off x="623691" y="5045569"/>
            <a:ext cx="29013394" cy="203459"/>
            <a:chOff x="5297214" y="5869884"/>
            <a:chExt cx="3874494" cy="78971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62A849BB-57EB-3B07-9045-6D992A2C1BB8}"/>
                </a:ext>
              </a:extLst>
            </p:cNvPr>
            <p:cNvSpPr/>
            <p:nvPr/>
          </p:nvSpPr>
          <p:spPr>
            <a:xfrm>
              <a:off x="5297214" y="5875283"/>
              <a:ext cx="798786" cy="73572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6ABFFEB-9857-207A-093B-83A088610716}"/>
                </a:ext>
              </a:extLst>
            </p:cNvPr>
            <p:cNvSpPr/>
            <p:nvPr/>
          </p:nvSpPr>
          <p:spPr>
            <a:xfrm>
              <a:off x="6322450" y="5875283"/>
              <a:ext cx="798786" cy="7357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ABAA8FC-E2ED-F8A9-D777-1432EBA0830F}"/>
                </a:ext>
              </a:extLst>
            </p:cNvPr>
            <p:cNvSpPr/>
            <p:nvPr/>
          </p:nvSpPr>
          <p:spPr>
            <a:xfrm>
              <a:off x="7347686" y="5869884"/>
              <a:ext cx="798786" cy="73572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F92808BA-82AF-3250-3679-A73FE7DAD85C}"/>
                </a:ext>
              </a:extLst>
            </p:cNvPr>
            <p:cNvSpPr/>
            <p:nvPr/>
          </p:nvSpPr>
          <p:spPr>
            <a:xfrm>
              <a:off x="8372922" y="5869884"/>
              <a:ext cx="798786" cy="7357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EC58C13-E2F0-38F2-BE1B-7BB99133B9E5}"/>
              </a:ext>
            </a:extLst>
          </p:cNvPr>
          <p:cNvSpPr txBox="1"/>
          <p:nvPr/>
        </p:nvSpPr>
        <p:spPr>
          <a:xfrm>
            <a:off x="2202874" y="4405744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STUDENTS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D8927-421D-132B-30DD-C0DECF1225BE}"/>
              </a:ext>
            </a:extLst>
          </p:cNvPr>
          <p:cNvSpPr txBox="1"/>
          <p:nvPr/>
        </p:nvSpPr>
        <p:spPr>
          <a:xfrm>
            <a:off x="9712038" y="4396253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INNOVATION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A5CA1-6A1D-A450-A745-A29C2F565D5D}"/>
              </a:ext>
            </a:extLst>
          </p:cNvPr>
          <p:cNvSpPr txBox="1"/>
          <p:nvPr/>
        </p:nvSpPr>
        <p:spPr>
          <a:xfrm>
            <a:off x="17576645" y="4428013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RESEARCH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124A98-D633-909B-F752-74C8912A4A84}"/>
              </a:ext>
            </a:extLst>
          </p:cNvPr>
          <p:cNvSpPr txBox="1"/>
          <p:nvPr/>
        </p:nvSpPr>
        <p:spPr>
          <a:xfrm>
            <a:off x="25176018" y="4414407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13784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649</TotalTime>
  <Words>41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Jagan Mohan Reddy D</dc:creator>
  <cp:lastModifiedBy>Dr. Jagan Mohan Reddy D</cp:lastModifiedBy>
  <cp:revision>14</cp:revision>
  <dcterms:created xsi:type="dcterms:W3CDTF">2026-10-01T03:51:11Z</dcterms:created>
  <dcterms:modified xsi:type="dcterms:W3CDTF">2026-10-08T04:27:16Z</dcterms:modified>
</cp:coreProperties>
</file>